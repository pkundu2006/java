
<file path=[Content_Types].xml><?xml version="1.0" encoding="utf-8"?>
<Types xmlns="http://schemas.openxmlformats.org/package/2006/content-types">
  <Default ContentType="application/vnd.openxmlformats-officedocument.vmlDrawing" Extension="vml"/>
  <Default ContentType="application/x-fontdata" Extension="fntdata"/>
  <Default ContentType="application/vnd.openxmlformats-officedocument.oleObject" Extension="bin"/>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oleObject" PartName="/ppt/embeddings/oleObject13.bin"/>
  <Override ContentType="application/vnd.openxmlformats-officedocument.oleObject" PartName="/ppt/embeddings/oleObject9.bin"/>
  <Override ContentType="application/vnd.openxmlformats-officedocument.oleObject" PartName="/ppt/embeddings/oleObject6.bin"/>
  <Override ContentType="application/vnd.openxmlformats-officedocument.oleObject" PartName="/ppt/embeddings/oleObject15.bin"/>
  <Override ContentType="application/vnd.openxmlformats-officedocument.oleObject" PartName="/ppt/embeddings/oleObject18.bin"/>
  <Override ContentType="application/vnd.openxmlformats-officedocument.oleObject" PartName="/ppt/embeddings/oleObject4.bin"/>
  <Override ContentType="application/vnd.openxmlformats-officedocument.oleObject" PartName="/ppt/embeddings/oleObject1.bin"/>
  <Override ContentType="application/vnd.openxmlformats-officedocument.oleObject" PartName="/ppt/embeddings/oleObject11.bin"/>
  <Override ContentType="application/vnd.openxmlformats-officedocument.oleObject" PartName="/ppt/embeddings/oleObject8.bin"/>
  <Override ContentType="application/vnd.openxmlformats-officedocument.oleObject" PartName="/ppt/embeddings/oleObject14.bin"/>
  <Override ContentType="application/vnd.openxmlformats-officedocument.oleObject" PartName="/ppt/embeddings/oleObject12.bin"/>
  <Override ContentType="application/vnd.openxmlformats-officedocument.oleObject" PartName="/ppt/embeddings/oleObject3.bin"/>
  <Override ContentType="application/vnd.openxmlformats-officedocument.oleObject" PartName="/ppt/embeddings/oleObject5.bin"/>
  <Override ContentType="application/vnd.openxmlformats-officedocument.oleObject" PartName="/ppt/embeddings/oleObject17.bin"/>
  <Override ContentType="application/vnd.openxmlformats-officedocument.oleObject" PartName="/ppt/embeddings/oleObject7.bin"/>
  <Override ContentType="application/vnd.openxmlformats-officedocument.oleObject" PartName="/ppt/embeddings/oleObject16.bin"/>
  <Override ContentType="application/vnd.openxmlformats-officedocument.oleObject" PartName="/ppt/embeddings/oleObject2.bin"/>
  <Override ContentType="application/vnd.openxmlformats-officedocument.oleObject" PartName="/ppt/embeddings/oleObject10.bin"/>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Lst>
  <p:sldSz cy="6858000" cx="9144000"/>
  <p:notesSz cx="6997700" cy="9283700"/>
  <p:embeddedFontLst>
    <p:embeddedFont>
      <p:font typeface="Arimo"/>
      <p:regular r:id="rId45"/>
      <p:bold r:id="rId46"/>
      <p:italic r:id="rId47"/>
      <p:boldItalic r:id="rId48"/>
    </p:embeddedFont>
    <p:embeddedFont>
      <p:font typeface="Arial Narrow"/>
      <p:regular r:id="rId49"/>
      <p:bold r:id="rId50"/>
      <p:italic r:id="rId51"/>
      <p:boldItalic r:id="rId5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53" roundtripDataSignature="AMtx7mjnlNqun/q+q1TZUZpXY+RNJfCOK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font" Target="fonts/Arimo-bold.fntdata"/><Relationship Id="rId45" Type="http://schemas.openxmlformats.org/officeDocument/2006/relationships/font" Target="fonts/Arimo-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Arimo-boldItalic.fntdata"/><Relationship Id="rId47" Type="http://schemas.openxmlformats.org/officeDocument/2006/relationships/font" Target="fonts/Arimo-italic.fntdata"/><Relationship Id="rId49" Type="http://schemas.openxmlformats.org/officeDocument/2006/relationships/font" Target="fonts/ArialNarrow-regular.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ArialNarrow-italic.fntdata"/><Relationship Id="rId50" Type="http://schemas.openxmlformats.org/officeDocument/2006/relationships/font" Target="fonts/ArialNarrow-bold.fntdata"/><Relationship Id="rId53" Type="http://customschemas.google.com/relationships/presentationmetadata" Target="metadata"/><Relationship Id="rId52" Type="http://schemas.openxmlformats.org/officeDocument/2006/relationships/font" Target="fonts/ArialNarrow-bold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9.png"/><Relationship Id="rId2" Type="http://schemas.openxmlformats.org/officeDocument/2006/relationships/image" Target="../media/image5.png"/><Relationship Id="rId3" Type="http://schemas.openxmlformats.org/officeDocument/2006/relationships/image" Target="../media/image15.png"/><Relationship Id="rId4" Type="http://schemas.openxmlformats.org/officeDocument/2006/relationships/image" Target="../media/image8.png"/><Relationship Id="rId9" Type="http://schemas.openxmlformats.org/officeDocument/2006/relationships/image" Target="../media/image11.png"/><Relationship Id="rId5" Type="http://schemas.openxmlformats.org/officeDocument/2006/relationships/image" Target="../media/image14.png"/><Relationship Id="rId6" Type="http://schemas.openxmlformats.org/officeDocument/2006/relationships/image" Target="../media/image6.png"/><Relationship Id="rId7" Type="http://schemas.openxmlformats.org/officeDocument/2006/relationships/image" Target="../media/image34.png"/><Relationship Id="rId8" Type="http://schemas.openxmlformats.org/officeDocument/2006/relationships/image" Target="../media/image18.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13.png"/><Relationship Id="rId3" Type="http://schemas.openxmlformats.org/officeDocument/2006/relationships/image" Target="../media/image19.png"/><Relationship Id="rId4" Type="http://schemas.openxmlformats.org/officeDocument/2006/relationships/image" Target="../media/image16.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image" Target="../media/image17.png"/><Relationship Id="rId3" Type="http://schemas.openxmlformats.org/officeDocument/2006/relationships/image" Target="../media/image10.png"/></Relationships>
</file>

<file path=ppt/drawings/_rels/vmlDrawing4.vml.rels><?xml version="1.0" encoding="UTF-8" standalone="yes"?><Relationships xmlns="http://schemas.openxmlformats.org/package/2006/relationships"><Relationship Id="rId1" Type="http://schemas.openxmlformats.org/officeDocument/2006/relationships/image" Target="../media/image20.png"/></Relationships>
</file>

<file path=ppt/drawings/_rels/vmlDrawing5.vml.rels><?xml version="1.0" encoding="UTF-8" standalone="yes"?><Relationships xmlns="http://schemas.openxmlformats.org/package/2006/relationships"><Relationship Id="rId1" Type="http://schemas.openxmlformats.org/officeDocument/2006/relationships/image" Target="../media/image31.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032125" cy="463550"/>
          </a:xfrm>
          <a:prstGeom prst="rect">
            <a:avLst/>
          </a:prstGeom>
          <a:noFill/>
          <a:ln>
            <a:noFill/>
          </a:ln>
        </p:spPr>
        <p:txBody>
          <a:bodyPr anchorCtr="0" anchor="t" bIns="46500" lIns="93025" spcFirstLastPara="1" rIns="93025" wrap="square" tIns="46500">
            <a:noAutofit/>
          </a:bodyPr>
          <a:lstStyle>
            <a:lvl1pPr lvl="0" marR="0" rtl="0" algn="l">
              <a:spcBef>
                <a:spcPts val="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1pPr>
            <a:lvl2pPr lvl="1" marR="0" rtl="0" algn="ctr">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ctr">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ctr">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ctr">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4" name="Google Shape;4;n"/>
          <p:cNvSpPr txBox="1"/>
          <p:nvPr>
            <p:ph idx="10" type="dt"/>
          </p:nvPr>
        </p:nvSpPr>
        <p:spPr>
          <a:xfrm>
            <a:off x="3963988" y="0"/>
            <a:ext cx="3032125" cy="463550"/>
          </a:xfrm>
          <a:prstGeom prst="rect">
            <a:avLst/>
          </a:prstGeom>
          <a:noFill/>
          <a:ln>
            <a:noFill/>
          </a:ln>
        </p:spPr>
        <p:txBody>
          <a:bodyPr anchorCtr="0" anchor="t" bIns="46500" lIns="93025" spcFirstLastPara="1" rIns="93025" wrap="square" tIns="46500">
            <a:noAutofit/>
          </a:bodyPr>
          <a:lstStyle>
            <a:lvl1pPr lvl="0" marR="0" rtl="0" algn="r">
              <a:spcBef>
                <a:spcPts val="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1pPr>
            <a:lvl2pPr lvl="1" marR="0" rtl="0" algn="ctr">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ctr">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ctr">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ctr">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5" name="Google Shape;5;n"/>
          <p:cNvSpPr/>
          <p:nvPr>
            <p:ph idx="3" type="sldImg"/>
          </p:nvPr>
        </p:nvSpPr>
        <p:spPr>
          <a:xfrm>
            <a:off x="1177925" y="696913"/>
            <a:ext cx="4641850" cy="3481387"/>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 name="Google Shape;6;n"/>
          <p:cNvSpPr txBox="1"/>
          <p:nvPr>
            <p:ph idx="1" type="body"/>
          </p:nvPr>
        </p:nvSpPr>
        <p:spPr>
          <a:xfrm>
            <a:off x="700088" y="4410075"/>
            <a:ext cx="5597525" cy="4176713"/>
          </a:xfrm>
          <a:prstGeom prst="rect">
            <a:avLst/>
          </a:prstGeom>
          <a:noFill/>
          <a:ln>
            <a:noFill/>
          </a:ln>
        </p:spPr>
        <p:txBody>
          <a:bodyPr anchorCtr="0" anchor="t" bIns="46500" lIns="93025" spcFirstLastPara="1" rIns="93025" wrap="square" tIns="46500">
            <a:noAutofit/>
          </a:bodyPr>
          <a:lstStyle>
            <a:lvl1pPr indent="-228600" lvl="0" marL="457200" marR="0" rtl="0" algn="l">
              <a:spcBef>
                <a:spcPts val="36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1pPr>
            <a:lvl2pPr indent="-228600" lvl="1" marL="914400" marR="0" rtl="0" algn="l">
              <a:spcBef>
                <a:spcPts val="36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2pPr>
            <a:lvl3pPr indent="-228600" lvl="2" marL="1371600" marR="0" rtl="0" algn="l">
              <a:spcBef>
                <a:spcPts val="36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3pPr>
            <a:lvl4pPr indent="-228600" lvl="3" marL="1828800" marR="0" rtl="0" algn="l">
              <a:spcBef>
                <a:spcPts val="36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4pPr>
            <a:lvl5pPr indent="-228600" lvl="4" marL="2286000" marR="0" rtl="0" algn="l">
              <a:spcBef>
                <a:spcPts val="36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818563"/>
            <a:ext cx="3032125" cy="463550"/>
          </a:xfrm>
          <a:prstGeom prst="rect">
            <a:avLst/>
          </a:prstGeom>
          <a:noFill/>
          <a:ln>
            <a:noFill/>
          </a:ln>
        </p:spPr>
        <p:txBody>
          <a:bodyPr anchorCtr="0" anchor="b" bIns="46500" lIns="93025" spcFirstLastPara="1" rIns="93025" wrap="square" tIns="46500">
            <a:noAutofit/>
          </a:bodyPr>
          <a:lstStyle>
            <a:lvl1pPr lvl="0" marR="0" rtl="0" algn="l">
              <a:spcBef>
                <a:spcPts val="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1pPr>
            <a:lvl2pPr lvl="1" marR="0" rtl="0" algn="ctr">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ctr">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ctr">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ctr">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8" name="Google Shape;8;n"/>
          <p:cNvSpPr txBox="1"/>
          <p:nvPr>
            <p:ph idx="12" type="sldNum"/>
          </p:nvPr>
        </p:nvSpPr>
        <p:spPr>
          <a:xfrm>
            <a:off x="3963988" y="8818563"/>
            <a:ext cx="3032125" cy="463550"/>
          </a:xfrm>
          <a:prstGeom prst="rect">
            <a:avLst/>
          </a:prstGeom>
          <a:noFill/>
          <a:ln>
            <a:noFill/>
          </a:ln>
        </p:spPr>
        <p:txBody>
          <a:bodyPr anchorCtr="0" anchor="b" bIns="46500" lIns="93025" spcFirstLastPara="1" rIns="93025" wrap="square" tIns="465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1:notes"/>
          <p:cNvSpPr txBox="1"/>
          <p:nvPr>
            <p:ph idx="1" type="body"/>
          </p:nvPr>
        </p:nvSpPr>
        <p:spPr>
          <a:xfrm>
            <a:off x="700088" y="4410075"/>
            <a:ext cx="5597525" cy="4176713"/>
          </a:xfrm>
          <a:prstGeom prst="rect">
            <a:avLst/>
          </a:prstGeom>
        </p:spPr>
        <p:txBody>
          <a:bodyPr anchorCtr="0" anchor="t" bIns="46500" lIns="93025" spcFirstLastPara="1" rIns="93025" wrap="square" tIns="46500">
            <a:noAutofit/>
          </a:bodyPr>
          <a:lstStyle/>
          <a:p>
            <a:pPr indent="0" lvl="0" marL="0" rtl="0" algn="l">
              <a:spcBef>
                <a:spcPts val="360"/>
              </a:spcBef>
              <a:spcAft>
                <a:spcPts val="0"/>
              </a:spcAft>
              <a:buNone/>
            </a:pPr>
            <a:r>
              <a:t/>
            </a:r>
            <a:endParaRPr/>
          </a:p>
        </p:txBody>
      </p:sp>
      <p:sp>
        <p:nvSpPr>
          <p:cNvPr id="127" name="Google Shape;127;p1:notes"/>
          <p:cNvSpPr/>
          <p:nvPr>
            <p:ph idx="2" type="sldImg"/>
          </p:nvPr>
        </p:nvSpPr>
        <p:spPr>
          <a:xfrm>
            <a:off x="1177925" y="696913"/>
            <a:ext cx="4641850" cy="34813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2:notes"/>
          <p:cNvSpPr txBox="1"/>
          <p:nvPr>
            <p:ph idx="1" type="body"/>
          </p:nvPr>
        </p:nvSpPr>
        <p:spPr>
          <a:xfrm>
            <a:off x="700088" y="4410075"/>
            <a:ext cx="5597525" cy="4176713"/>
          </a:xfrm>
          <a:prstGeom prst="rect">
            <a:avLst/>
          </a:prstGeom>
        </p:spPr>
        <p:txBody>
          <a:bodyPr anchorCtr="0" anchor="t" bIns="46500" lIns="93025" spcFirstLastPara="1" rIns="93025" wrap="square" tIns="46500">
            <a:noAutofit/>
          </a:bodyPr>
          <a:lstStyle/>
          <a:p>
            <a:pPr indent="0" lvl="0" marL="0" rtl="0" algn="l">
              <a:spcBef>
                <a:spcPts val="360"/>
              </a:spcBef>
              <a:spcAft>
                <a:spcPts val="0"/>
              </a:spcAft>
              <a:buNone/>
            </a:pPr>
            <a:r>
              <a:t/>
            </a:r>
            <a:endParaRPr/>
          </a:p>
        </p:txBody>
      </p:sp>
      <p:sp>
        <p:nvSpPr>
          <p:cNvPr id="133" name="Google Shape;133;p2:notes"/>
          <p:cNvSpPr/>
          <p:nvPr>
            <p:ph idx="2" type="sldImg"/>
          </p:nvPr>
        </p:nvSpPr>
        <p:spPr>
          <a:xfrm>
            <a:off x="1177925" y="696913"/>
            <a:ext cx="4641850" cy="34813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3:notes"/>
          <p:cNvSpPr txBox="1"/>
          <p:nvPr>
            <p:ph idx="1" type="body"/>
          </p:nvPr>
        </p:nvSpPr>
        <p:spPr>
          <a:xfrm>
            <a:off x="700088" y="4410075"/>
            <a:ext cx="5597525" cy="4176713"/>
          </a:xfrm>
          <a:prstGeom prst="rect">
            <a:avLst/>
          </a:prstGeom>
        </p:spPr>
        <p:txBody>
          <a:bodyPr anchorCtr="0" anchor="t" bIns="46500" lIns="93025" spcFirstLastPara="1" rIns="93025" wrap="square" tIns="46500">
            <a:noAutofit/>
          </a:bodyPr>
          <a:lstStyle/>
          <a:p>
            <a:pPr indent="0" lvl="0" marL="0" rtl="0" algn="l">
              <a:spcBef>
                <a:spcPts val="360"/>
              </a:spcBef>
              <a:spcAft>
                <a:spcPts val="0"/>
              </a:spcAft>
              <a:buNone/>
            </a:pPr>
            <a:r>
              <a:t/>
            </a:r>
            <a:endParaRPr/>
          </a:p>
        </p:txBody>
      </p:sp>
      <p:sp>
        <p:nvSpPr>
          <p:cNvPr id="140" name="Google Shape;140;p3:notes"/>
          <p:cNvSpPr/>
          <p:nvPr>
            <p:ph idx="2" type="sldImg"/>
          </p:nvPr>
        </p:nvSpPr>
        <p:spPr>
          <a:xfrm>
            <a:off x="1177925" y="696913"/>
            <a:ext cx="4641850" cy="34813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4:notes"/>
          <p:cNvSpPr txBox="1"/>
          <p:nvPr>
            <p:ph idx="1" type="body"/>
          </p:nvPr>
        </p:nvSpPr>
        <p:spPr>
          <a:xfrm>
            <a:off x="700088" y="4410075"/>
            <a:ext cx="5597525" cy="4176713"/>
          </a:xfrm>
          <a:prstGeom prst="rect">
            <a:avLst/>
          </a:prstGeom>
        </p:spPr>
        <p:txBody>
          <a:bodyPr anchorCtr="0" anchor="t" bIns="46500" lIns="93025" spcFirstLastPara="1" rIns="93025" wrap="square" tIns="46500">
            <a:noAutofit/>
          </a:bodyPr>
          <a:lstStyle/>
          <a:p>
            <a:pPr indent="0" lvl="0" marL="0" rtl="0" algn="l">
              <a:spcBef>
                <a:spcPts val="360"/>
              </a:spcBef>
              <a:spcAft>
                <a:spcPts val="0"/>
              </a:spcAft>
              <a:buNone/>
            </a:pPr>
            <a:r>
              <a:t/>
            </a:r>
            <a:endParaRPr/>
          </a:p>
        </p:txBody>
      </p:sp>
      <p:sp>
        <p:nvSpPr>
          <p:cNvPr id="147" name="Google Shape;147;p4:notes"/>
          <p:cNvSpPr/>
          <p:nvPr>
            <p:ph idx="2" type="sldImg"/>
          </p:nvPr>
        </p:nvSpPr>
        <p:spPr>
          <a:xfrm>
            <a:off x="1177925" y="696913"/>
            <a:ext cx="4641850" cy="34813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5:notes"/>
          <p:cNvSpPr txBox="1"/>
          <p:nvPr>
            <p:ph idx="1" type="body"/>
          </p:nvPr>
        </p:nvSpPr>
        <p:spPr>
          <a:xfrm>
            <a:off x="700088" y="4410075"/>
            <a:ext cx="5597525" cy="4176713"/>
          </a:xfrm>
          <a:prstGeom prst="rect">
            <a:avLst/>
          </a:prstGeom>
        </p:spPr>
        <p:txBody>
          <a:bodyPr anchorCtr="0" anchor="t" bIns="46500" lIns="93025" spcFirstLastPara="1" rIns="93025" wrap="square" tIns="46500">
            <a:noAutofit/>
          </a:bodyPr>
          <a:lstStyle/>
          <a:p>
            <a:pPr indent="0" lvl="0" marL="0" rtl="0" algn="l">
              <a:spcBef>
                <a:spcPts val="360"/>
              </a:spcBef>
              <a:spcAft>
                <a:spcPts val="0"/>
              </a:spcAft>
              <a:buNone/>
            </a:pPr>
            <a:r>
              <a:t/>
            </a:r>
            <a:endParaRPr/>
          </a:p>
        </p:txBody>
      </p:sp>
      <p:sp>
        <p:nvSpPr>
          <p:cNvPr id="154" name="Google Shape;154;p5:notes"/>
          <p:cNvSpPr/>
          <p:nvPr>
            <p:ph idx="2" type="sldImg"/>
          </p:nvPr>
        </p:nvSpPr>
        <p:spPr>
          <a:xfrm>
            <a:off x="1177925" y="696913"/>
            <a:ext cx="4641850" cy="34813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6:notes"/>
          <p:cNvSpPr txBox="1"/>
          <p:nvPr>
            <p:ph idx="1" type="body"/>
          </p:nvPr>
        </p:nvSpPr>
        <p:spPr>
          <a:xfrm>
            <a:off x="700088" y="4410075"/>
            <a:ext cx="5597525" cy="4176713"/>
          </a:xfrm>
          <a:prstGeom prst="rect">
            <a:avLst/>
          </a:prstGeom>
        </p:spPr>
        <p:txBody>
          <a:bodyPr anchorCtr="0" anchor="t" bIns="46500" lIns="93025" spcFirstLastPara="1" rIns="93025" wrap="square" tIns="46500">
            <a:noAutofit/>
          </a:bodyPr>
          <a:lstStyle/>
          <a:p>
            <a:pPr indent="0" lvl="0" marL="0" rtl="0" algn="l">
              <a:spcBef>
                <a:spcPts val="360"/>
              </a:spcBef>
              <a:spcAft>
                <a:spcPts val="0"/>
              </a:spcAft>
              <a:buNone/>
            </a:pPr>
            <a:r>
              <a:t/>
            </a:r>
            <a:endParaRPr/>
          </a:p>
        </p:txBody>
      </p:sp>
      <p:sp>
        <p:nvSpPr>
          <p:cNvPr id="161" name="Google Shape;161;p6:notes"/>
          <p:cNvSpPr/>
          <p:nvPr>
            <p:ph idx="2" type="sldImg"/>
          </p:nvPr>
        </p:nvSpPr>
        <p:spPr>
          <a:xfrm>
            <a:off x="1177925" y="696913"/>
            <a:ext cx="4641850" cy="34813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7:notes"/>
          <p:cNvSpPr txBox="1"/>
          <p:nvPr>
            <p:ph idx="12" type="sldNum"/>
          </p:nvPr>
        </p:nvSpPr>
        <p:spPr>
          <a:xfrm>
            <a:off x="3963988" y="8818563"/>
            <a:ext cx="3032125" cy="463550"/>
          </a:xfrm>
          <a:prstGeom prst="rect">
            <a:avLst/>
          </a:prstGeom>
          <a:noFill/>
          <a:ln>
            <a:noFill/>
          </a:ln>
        </p:spPr>
        <p:txBody>
          <a:bodyPr anchorCtr="0" anchor="b" bIns="46500" lIns="93025" spcFirstLastPara="1" rIns="93025" wrap="square" tIns="46500">
            <a:noAutofit/>
          </a:bodyPr>
          <a:lstStyle/>
          <a:p>
            <a:pPr indent="0" lvl="0" marL="0" rtl="0" algn="r">
              <a:spcBef>
                <a:spcPts val="0"/>
              </a:spcBef>
              <a:spcAft>
                <a:spcPts val="0"/>
              </a:spcAft>
              <a:buNone/>
            </a:pPr>
            <a:fld id="{00000000-1234-1234-1234-123412341234}" type="slidenum">
              <a:rPr lang="en-US"/>
              <a:t>‹#›</a:t>
            </a:fld>
            <a:endParaRPr/>
          </a:p>
        </p:txBody>
      </p:sp>
      <p:sp>
        <p:nvSpPr>
          <p:cNvPr id="168" name="Google Shape;168;p7:notes"/>
          <p:cNvSpPr/>
          <p:nvPr>
            <p:ph idx="2" type="sldImg"/>
          </p:nvPr>
        </p:nvSpPr>
        <p:spPr>
          <a:xfrm>
            <a:off x="1187450" y="703263"/>
            <a:ext cx="4624388" cy="3468687"/>
          </a:xfrm>
          <a:custGeom>
            <a:rect b="b" l="l" r="r" t="t"/>
            <a:pathLst>
              <a:path extrusionOk="0" h="120000" w="120000">
                <a:moveTo>
                  <a:pt x="0" y="0"/>
                </a:moveTo>
                <a:lnTo>
                  <a:pt x="120000" y="0"/>
                </a:lnTo>
                <a:lnTo>
                  <a:pt x="120000" y="120000"/>
                </a:lnTo>
                <a:lnTo>
                  <a:pt x="0" y="120000"/>
                </a:lnTo>
                <a:close/>
              </a:path>
            </a:pathLst>
          </a:custGeom>
          <a:noFill/>
          <a:ln cap="flat" cmpd="sng" w="12700">
            <a:solidFill>
              <a:schemeClr val="dk1"/>
            </a:solidFill>
            <a:prstDash val="solid"/>
            <a:round/>
            <a:headEnd len="sm" w="sm" type="none"/>
            <a:tailEnd len="sm" w="sm" type="none"/>
          </a:ln>
        </p:spPr>
      </p:sp>
      <p:sp>
        <p:nvSpPr>
          <p:cNvPr id="169" name="Google Shape;169;p7:notes"/>
          <p:cNvSpPr txBox="1"/>
          <p:nvPr>
            <p:ph idx="1" type="body"/>
          </p:nvPr>
        </p:nvSpPr>
        <p:spPr>
          <a:xfrm>
            <a:off x="933450" y="4413250"/>
            <a:ext cx="5130800" cy="3908425"/>
          </a:xfrm>
          <a:prstGeom prst="rect">
            <a:avLst/>
          </a:prstGeom>
          <a:noFill/>
          <a:ln>
            <a:noFill/>
          </a:ln>
        </p:spPr>
        <p:txBody>
          <a:bodyPr anchorCtr="0" anchor="t" bIns="45200" lIns="92050" spcFirstLastPara="1" rIns="92050" wrap="square" tIns="45200">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8:notes"/>
          <p:cNvSpPr txBox="1"/>
          <p:nvPr>
            <p:ph idx="12" type="sldNum"/>
          </p:nvPr>
        </p:nvSpPr>
        <p:spPr>
          <a:xfrm>
            <a:off x="3963988" y="8818563"/>
            <a:ext cx="3032125" cy="463550"/>
          </a:xfrm>
          <a:prstGeom prst="rect">
            <a:avLst/>
          </a:prstGeom>
          <a:noFill/>
          <a:ln>
            <a:noFill/>
          </a:ln>
        </p:spPr>
        <p:txBody>
          <a:bodyPr anchorCtr="0" anchor="b" bIns="46500" lIns="93025" spcFirstLastPara="1" rIns="93025" wrap="square" tIns="46500">
            <a:noAutofit/>
          </a:bodyPr>
          <a:lstStyle/>
          <a:p>
            <a:pPr indent="0" lvl="0" marL="0" rtl="0" algn="r">
              <a:spcBef>
                <a:spcPts val="0"/>
              </a:spcBef>
              <a:spcAft>
                <a:spcPts val="0"/>
              </a:spcAft>
              <a:buNone/>
            </a:pPr>
            <a:fld id="{00000000-1234-1234-1234-123412341234}" type="slidenum">
              <a:rPr lang="en-US"/>
              <a:t>‹#›</a:t>
            </a:fld>
            <a:endParaRPr/>
          </a:p>
        </p:txBody>
      </p:sp>
      <p:sp>
        <p:nvSpPr>
          <p:cNvPr id="187" name="Google Shape;187;p8:notes"/>
          <p:cNvSpPr/>
          <p:nvPr>
            <p:ph idx="2" type="sldImg"/>
          </p:nvPr>
        </p:nvSpPr>
        <p:spPr>
          <a:xfrm>
            <a:off x="1187450" y="703263"/>
            <a:ext cx="4624388" cy="3468687"/>
          </a:xfrm>
          <a:custGeom>
            <a:rect b="b" l="l" r="r" t="t"/>
            <a:pathLst>
              <a:path extrusionOk="0" h="120000" w="120000">
                <a:moveTo>
                  <a:pt x="0" y="0"/>
                </a:moveTo>
                <a:lnTo>
                  <a:pt x="120000" y="0"/>
                </a:lnTo>
                <a:lnTo>
                  <a:pt x="120000" y="120000"/>
                </a:lnTo>
                <a:lnTo>
                  <a:pt x="0" y="120000"/>
                </a:lnTo>
                <a:close/>
              </a:path>
            </a:pathLst>
          </a:custGeom>
          <a:noFill/>
          <a:ln cap="flat" cmpd="sng" w="12700">
            <a:solidFill>
              <a:schemeClr val="dk1"/>
            </a:solidFill>
            <a:prstDash val="solid"/>
            <a:round/>
            <a:headEnd len="sm" w="sm" type="none"/>
            <a:tailEnd len="sm" w="sm" type="none"/>
          </a:ln>
        </p:spPr>
      </p:sp>
      <p:sp>
        <p:nvSpPr>
          <p:cNvPr id="188" name="Google Shape;188;p8:notes"/>
          <p:cNvSpPr txBox="1"/>
          <p:nvPr>
            <p:ph idx="1" type="body"/>
          </p:nvPr>
        </p:nvSpPr>
        <p:spPr>
          <a:xfrm>
            <a:off x="933450" y="4413250"/>
            <a:ext cx="5130800" cy="3908425"/>
          </a:xfrm>
          <a:prstGeom prst="rect">
            <a:avLst/>
          </a:prstGeom>
          <a:noFill/>
          <a:ln>
            <a:noFill/>
          </a:ln>
        </p:spPr>
        <p:txBody>
          <a:bodyPr anchorCtr="0" anchor="t" bIns="45200" lIns="92050" spcFirstLastPara="1" rIns="92050" wrap="square" tIns="45200">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9:notes"/>
          <p:cNvSpPr txBox="1"/>
          <p:nvPr>
            <p:ph idx="12" type="sldNum"/>
          </p:nvPr>
        </p:nvSpPr>
        <p:spPr>
          <a:xfrm>
            <a:off x="3963988" y="8818563"/>
            <a:ext cx="3032125" cy="463550"/>
          </a:xfrm>
          <a:prstGeom prst="rect">
            <a:avLst/>
          </a:prstGeom>
          <a:noFill/>
          <a:ln>
            <a:noFill/>
          </a:ln>
        </p:spPr>
        <p:txBody>
          <a:bodyPr anchorCtr="0" anchor="b" bIns="46500" lIns="93025" spcFirstLastPara="1" rIns="93025" wrap="square" tIns="46500">
            <a:noAutofit/>
          </a:bodyPr>
          <a:lstStyle/>
          <a:p>
            <a:pPr indent="0" lvl="0" marL="0" rtl="0" algn="r">
              <a:spcBef>
                <a:spcPts val="0"/>
              </a:spcBef>
              <a:spcAft>
                <a:spcPts val="0"/>
              </a:spcAft>
              <a:buNone/>
            </a:pPr>
            <a:fld id="{00000000-1234-1234-1234-123412341234}" type="slidenum">
              <a:rPr lang="en-US"/>
              <a:t>‹#›</a:t>
            </a:fld>
            <a:endParaRPr/>
          </a:p>
        </p:txBody>
      </p:sp>
      <p:sp>
        <p:nvSpPr>
          <p:cNvPr id="206" name="Google Shape;206;p9:notes"/>
          <p:cNvSpPr/>
          <p:nvPr>
            <p:ph idx="2" type="sldImg"/>
          </p:nvPr>
        </p:nvSpPr>
        <p:spPr>
          <a:xfrm>
            <a:off x="1187450" y="703263"/>
            <a:ext cx="4624388" cy="3468687"/>
          </a:xfrm>
          <a:custGeom>
            <a:rect b="b" l="l" r="r" t="t"/>
            <a:pathLst>
              <a:path extrusionOk="0" h="120000" w="120000">
                <a:moveTo>
                  <a:pt x="0" y="0"/>
                </a:moveTo>
                <a:lnTo>
                  <a:pt x="120000" y="0"/>
                </a:lnTo>
                <a:lnTo>
                  <a:pt x="120000" y="120000"/>
                </a:lnTo>
                <a:lnTo>
                  <a:pt x="0" y="120000"/>
                </a:lnTo>
                <a:close/>
              </a:path>
            </a:pathLst>
          </a:custGeom>
          <a:noFill/>
          <a:ln cap="flat" cmpd="sng" w="12700">
            <a:solidFill>
              <a:schemeClr val="dk1"/>
            </a:solidFill>
            <a:prstDash val="solid"/>
            <a:round/>
            <a:headEnd len="sm" w="sm" type="none"/>
            <a:tailEnd len="sm" w="sm" type="none"/>
          </a:ln>
        </p:spPr>
      </p:sp>
      <p:sp>
        <p:nvSpPr>
          <p:cNvPr id="207" name="Google Shape;207;p9:notes"/>
          <p:cNvSpPr txBox="1"/>
          <p:nvPr>
            <p:ph idx="1" type="body"/>
          </p:nvPr>
        </p:nvSpPr>
        <p:spPr>
          <a:xfrm>
            <a:off x="933450" y="4413250"/>
            <a:ext cx="5130800" cy="3908425"/>
          </a:xfrm>
          <a:prstGeom prst="rect">
            <a:avLst/>
          </a:prstGeom>
          <a:noFill/>
          <a:ln>
            <a:noFill/>
          </a:ln>
        </p:spPr>
        <p:txBody>
          <a:bodyPr anchorCtr="0" anchor="t" bIns="45200" lIns="92050" spcFirstLastPara="1" rIns="92050" wrap="square" tIns="45200">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10:notes"/>
          <p:cNvSpPr txBox="1"/>
          <p:nvPr>
            <p:ph idx="1" type="body"/>
          </p:nvPr>
        </p:nvSpPr>
        <p:spPr>
          <a:xfrm>
            <a:off x="700088" y="4410075"/>
            <a:ext cx="5597525" cy="4176713"/>
          </a:xfrm>
          <a:prstGeom prst="rect">
            <a:avLst/>
          </a:prstGeom>
        </p:spPr>
        <p:txBody>
          <a:bodyPr anchorCtr="0" anchor="t" bIns="46500" lIns="93025" spcFirstLastPara="1" rIns="93025" wrap="square" tIns="46500">
            <a:noAutofit/>
          </a:bodyPr>
          <a:lstStyle/>
          <a:p>
            <a:pPr indent="0" lvl="0" marL="0" rtl="0" algn="l">
              <a:spcBef>
                <a:spcPts val="360"/>
              </a:spcBef>
              <a:spcAft>
                <a:spcPts val="0"/>
              </a:spcAft>
              <a:buNone/>
            </a:pPr>
            <a:r>
              <a:t/>
            </a:r>
            <a:endParaRPr/>
          </a:p>
        </p:txBody>
      </p:sp>
      <p:sp>
        <p:nvSpPr>
          <p:cNvPr id="230" name="Google Shape;230;p10:notes"/>
          <p:cNvSpPr/>
          <p:nvPr>
            <p:ph idx="2" type="sldImg"/>
          </p:nvPr>
        </p:nvSpPr>
        <p:spPr>
          <a:xfrm>
            <a:off x="1177925" y="696913"/>
            <a:ext cx="4641850" cy="34813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11:notes"/>
          <p:cNvSpPr txBox="1"/>
          <p:nvPr>
            <p:ph idx="12" type="sldNum"/>
          </p:nvPr>
        </p:nvSpPr>
        <p:spPr>
          <a:xfrm>
            <a:off x="3963988" y="8818563"/>
            <a:ext cx="3032125" cy="463550"/>
          </a:xfrm>
          <a:prstGeom prst="rect">
            <a:avLst/>
          </a:prstGeom>
          <a:noFill/>
          <a:ln>
            <a:noFill/>
          </a:ln>
        </p:spPr>
        <p:txBody>
          <a:bodyPr anchorCtr="0" anchor="b" bIns="46500" lIns="93025" spcFirstLastPara="1" rIns="93025" wrap="square" tIns="46500">
            <a:noAutofit/>
          </a:bodyPr>
          <a:lstStyle/>
          <a:p>
            <a:pPr indent="0" lvl="0" marL="0" rtl="0" algn="r">
              <a:spcBef>
                <a:spcPts val="0"/>
              </a:spcBef>
              <a:spcAft>
                <a:spcPts val="0"/>
              </a:spcAft>
              <a:buNone/>
            </a:pPr>
            <a:fld id="{00000000-1234-1234-1234-123412341234}" type="slidenum">
              <a:rPr lang="en-US"/>
              <a:t>‹#›</a:t>
            </a:fld>
            <a:endParaRPr/>
          </a:p>
        </p:txBody>
      </p:sp>
      <p:sp>
        <p:nvSpPr>
          <p:cNvPr id="237" name="Google Shape;237;p11:notes"/>
          <p:cNvSpPr/>
          <p:nvPr>
            <p:ph idx="2" type="sldImg"/>
          </p:nvPr>
        </p:nvSpPr>
        <p:spPr>
          <a:xfrm>
            <a:off x="1177925" y="696913"/>
            <a:ext cx="4641850" cy="3481387"/>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8" name="Google Shape;238;p11:notes"/>
          <p:cNvSpPr txBox="1"/>
          <p:nvPr>
            <p:ph idx="1" type="body"/>
          </p:nvPr>
        </p:nvSpPr>
        <p:spPr>
          <a:xfrm>
            <a:off x="933450" y="4410075"/>
            <a:ext cx="5130800" cy="4176713"/>
          </a:xfrm>
          <a:prstGeom prst="rect">
            <a:avLst/>
          </a:prstGeom>
          <a:noFill/>
          <a:ln>
            <a:noFill/>
          </a:ln>
        </p:spPr>
        <p:txBody>
          <a:bodyPr anchorCtr="0" anchor="t" bIns="46500" lIns="93025" spcFirstLastPara="1" rIns="93025" wrap="square" tIns="46500">
            <a:noAutofit/>
          </a:bodyPr>
          <a:lstStyle/>
          <a:p>
            <a:pPr indent="0" lvl="0" marL="0" rtl="0" algn="l">
              <a:spcBef>
                <a:spcPts val="0"/>
              </a:spcBef>
              <a:spcAft>
                <a:spcPts val="0"/>
              </a:spcAft>
              <a:buNone/>
            </a:pPr>
            <a:r>
              <a:rPr lang="en-US"/>
              <a:t>Describe some particular books; your textbooks for example.</a:t>
            </a:r>
            <a:endParaRPr/>
          </a:p>
          <a:p>
            <a:pPr indent="0" lvl="0" marL="0" rtl="0" algn="l">
              <a:spcBef>
                <a:spcPts val="360"/>
              </a:spcBef>
              <a:spcAft>
                <a:spcPts val="0"/>
              </a:spcAft>
              <a:buNone/>
            </a:pPr>
            <a:r>
              <a:rPr lang="en-US"/>
              <a:t>What features (properties &amp; functionality) characterise a book?</a:t>
            </a:r>
            <a:endParaRPr/>
          </a:p>
          <a:p>
            <a:pPr indent="0" lvl="0" marL="0" rtl="0" algn="l">
              <a:spcBef>
                <a:spcPts val="360"/>
              </a:spcBef>
              <a:spcAft>
                <a:spcPts val="0"/>
              </a:spcAft>
              <a:buNone/>
            </a:pPr>
            <a:r>
              <a:rPr lang="en-US"/>
              <a:t>How about cars?</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12:notes"/>
          <p:cNvSpPr txBox="1"/>
          <p:nvPr>
            <p:ph idx="12" type="sldNum"/>
          </p:nvPr>
        </p:nvSpPr>
        <p:spPr>
          <a:xfrm>
            <a:off x="3963988" y="8818563"/>
            <a:ext cx="3032125" cy="463550"/>
          </a:xfrm>
          <a:prstGeom prst="rect">
            <a:avLst/>
          </a:prstGeom>
          <a:noFill/>
          <a:ln>
            <a:noFill/>
          </a:ln>
        </p:spPr>
        <p:txBody>
          <a:bodyPr anchorCtr="0" anchor="b" bIns="46500" lIns="93025" spcFirstLastPara="1" rIns="93025" wrap="square" tIns="46500">
            <a:noAutofit/>
          </a:bodyPr>
          <a:lstStyle/>
          <a:p>
            <a:pPr indent="0" lvl="0" marL="0" rtl="0" algn="r">
              <a:spcBef>
                <a:spcPts val="0"/>
              </a:spcBef>
              <a:spcAft>
                <a:spcPts val="0"/>
              </a:spcAft>
              <a:buNone/>
            </a:pPr>
            <a:fld id="{00000000-1234-1234-1234-123412341234}" type="slidenum">
              <a:rPr lang="en-US"/>
              <a:t>‹#›</a:t>
            </a:fld>
            <a:endParaRPr/>
          </a:p>
        </p:txBody>
      </p:sp>
      <p:sp>
        <p:nvSpPr>
          <p:cNvPr id="245" name="Google Shape;245;p12:notes"/>
          <p:cNvSpPr/>
          <p:nvPr>
            <p:ph idx="2" type="sldImg"/>
          </p:nvPr>
        </p:nvSpPr>
        <p:spPr>
          <a:xfrm>
            <a:off x="1187450" y="703263"/>
            <a:ext cx="4624388" cy="3468687"/>
          </a:xfrm>
          <a:custGeom>
            <a:rect b="b" l="l" r="r" t="t"/>
            <a:pathLst>
              <a:path extrusionOk="0" h="120000" w="120000">
                <a:moveTo>
                  <a:pt x="0" y="0"/>
                </a:moveTo>
                <a:lnTo>
                  <a:pt x="120000" y="0"/>
                </a:lnTo>
                <a:lnTo>
                  <a:pt x="120000" y="120000"/>
                </a:lnTo>
                <a:lnTo>
                  <a:pt x="0" y="120000"/>
                </a:lnTo>
                <a:close/>
              </a:path>
            </a:pathLst>
          </a:custGeom>
          <a:noFill/>
          <a:ln cap="flat" cmpd="sng" w="12700">
            <a:solidFill>
              <a:schemeClr val="dk1"/>
            </a:solidFill>
            <a:prstDash val="solid"/>
            <a:round/>
            <a:headEnd len="sm" w="sm" type="none"/>
            <a:tailEnd len="sm" w="sm" type="none"/>
          </a:ln>
        </p:spPr>
      </p:sp>
      <p:sp>
        <p:nvSpPr>
          <p:cNvPr id="246" name="Google Shape;246;p12:notes"/>
          <p:cNvSpPr txBox="1"/>
          <p:nvPr>
            <p:ph idx="1" type="body"/>
          </p:nvPr>
        </p:nvSpPr>
        <p:spPr>
          <a:xfrm>
            <a:off x="933450" y="4413250"/>
            <a:ext cx="5130800" cy="3908425"/>
          </a:xfrm>
          <a:prstGeom prst="rect">
            <a:avLst/>
          </a:prstGeom>
          <a:noFill/>
          <a:ln>
            <a:noFill/>
          </a:ln>
        </p:spPr>
        <p:txBody>
          <a:bodyPr anchorCtr="0" anchor="t" bIns="45200" lIns="92050" spcFirstLastPara="1" rIns="92050" wrap="square" tIns="45200">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13:notes"/>
          <p:cNvSpPr txBox="1"/>
          <p:nvPr>
            <p:ph idx="1" type="body"/>
          </p:nvPr>
        </p:nvSpPr>
        <p:spPr>
          <a:xfrm>
            <a:off x="700088" y="4410075"/>
            <a:ext cx="5597525" cy="4176713"/>
          </a:xfrm>
          <a:prstGeom prst="rect">
            <a:avLst/>
          </a:prstGeom>
        </p:spPr>
        <p:txBody>
          <a:bodyPr anchorCtr="0" anchor="t" bIns="46500" lIns="93025" spcFirstLastPara="1" rIns="93025" wrap="square" tIns="46500">
            <a:noAutofit/>
          </a:bodyPr>
          <a:lstStyle/>
          <a:p>
            <a:pPr indent="0" lvl="0" marL="0" rtl="0" algn="l">
              <a:spcBef>
                <a:spcPts val="360"/>
              </a:spcBef>
              <a:spcAft>
                <a:spcPts val="0"/>
              </a:spcAft>
              <a:buNone/>
            </a:pPr>
            <a:r>
              <a:t/>
            </a:r>
            <a:endParaRPr/>
          </a:p>
        </p:txBody>
      </p:sp>
      <p:sp>
        <p:nvSpPr>
          <p:cNvPr id="257" name="Google Shape;257;p13:notes"/>
          <p:cNvSpPr/>
          <p:nvPr>
            <p:ph idx="2" type="sldImg"/>
          </p:nvPr>
        </p:nvSpPr>
        <p:spPr>
          <a:xfrm>
            <a:off x="1177925" y="696913"/>
            <a:ext cx="4641850" cy="34813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14:notes"/>
          <p:cNvSpPr txBox="1"/>
          <p:nvPr>
            <p:ph idx="12" type="sldNum"/>
          </p:nvPr>
        </p:nvSpPr>
        <p:spPr>
          <a:xfrm>
            <a:off x="3963988" y="8818563"/>
            <a:ext cx="3032125" cy="463550"/>
          </a:xfrm>
          <a:prstGeom prst="rect">
            <a:avLst/>
          </a:prstGeom>
          <a:noFill/>
          <a:ln>
            <a:noFill/>
          </a:ln>
        </p:spPr>
        <p:txBody>
          <a:bodyPr anchorCtr="0" anchor="b" bIns="46500" lIns="93025" spcFirstLastPara="1" rIns="93025" wrap="square" tIns="46500">
            <a:noAutofit/>
          </a:bodyPr>
          <a:lstStyle/>
          <a:p>
            <a:pPr indent="0" lvl="0" marL="0" rtl="0" algn="r">
              <a:spcBef>
                <a:spcPts val="0"/>
              </a:spcBef>
              <a:spcAft>
                <a:spcPts val="0"/>
              </a:spcAft>
              <a:buNone/>
            </a:pPr>
            <a:fld id="{00000000-1234-1234-1234-123412341234}" type="slidenum">
              <a:rPr lang="en-US"/>
              <a:t>‹#›</a:t>
            </a:fld>
            <a:endParaRPr/>
          </a:p>
        </p:txBody>
      </p:sp>
      <p:sp>
        <p:nvSpPr>
          <p:cNvPr id="264" name="Google Shape;264;p14:notes"/>
          <p:cNvSpPr/>
          <p:nvPr>
            <p:ph idx="2" type="sldImg"/>
          </p:nvPr>
        </p:nvSpPr>
        <p:spPr>
          <a:xfrm>
            <a:off x="1177925" y="696913"/>
            <a:ext cx="4641850" cy="3481387"/>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5" name="Google Shape;265;p14:notes"/>
          <p:cNvSpPr txBox="1"/>
          <p:nvPr>
            <p:ph idx="1" type="body"/>
          </p:nvPr>
        </p:nvSpPr>
        <p:spPr>
          <a:xfrm>
            <a:off x="933450" y="4410075"/>
            <a:ext cx="5130800" cy="4176713"/>
          </a:xfrm>
          <a:prstGeom prst="rect">
            <a:avLst/>
          </a:prstGeom>
          <a:noFill/>
          <a:ln>
            <a:noFill/>
          </a:ln>
        </p:spPr>
        <p:txBody>
          <a:bodyPr anchorCtr="0" anchor="t" bIns="46500" lIns="93025" spcFirstLastPara="1" rIns="93025" wrap="square" tIns="46500">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15:notes"/>
          <p:cNvSpPr txBox="1"/>
          <p:nvPr>
            <p:ph idx="12" type="sldNum"/>
          </p:nvPr>
        </p:nvSpPr>
        <p:spPr>
          <a:xfrm>
            <a:off x="3963988" y="8818563"/>
            <a:ext cx="3032125" cy="463550"/>
          </a:xfrm>
          <a:prstGeom prst="rect">
            <a:avLst/>
          </a:prstGeom>
          <a:noFill/>
          <a:ln>
            <a:noFill/>
          </a:ln>
        </p:spPr>
        <p:txBody>
          <a:bodyPr anchorCtr="0" anchor="b" bIns="46500" lIns="93025" spcFirstLastPara="1" rIns="93025" wrap="square" tIns="46500">
            <a:noAutofit/>
          </a:bodyPr>
          <a:lstStyle/>
          <a:p>
            <a:pPr indent="0" lvl="0" marL="0" rtl="0" algn="r">
              <a:spcBef>
                <a:spcPts val="0"/>
              </a:spcBef>
              <a:spcAft>
                <a:spcPts val="0"/>
              </a:spcAft>
              <a:buNone/>
            </a:pPr>
            <a:fld id="{00000000-1234-1234-1234-123412341234}" type="slidenum">
              <a:rPr lang="en-US"/>
              <a:t>‹#›</a:t>
            </a:fld>
            <a:endParaRPr/>
          </a:p>
        </p:txBody>
      </p:sp>
      <p:sp>
        <p:nvSpPr>
          <p:cNvPr id="281" name="Google Shape;281;p15:notes"/>
          <p:cNvSpPr/>
          <p:nvPr>
            <p:ph idx="2" type="sldImg"/>
          </p:nvPr>
        </p:nvSpPr>
        <p:spPr>
          <a:xfrm>
            <a:off x="1177925" y="696913"/>
            <a:ext cx="4641850" cy="3481387"/>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2" name="Google Shape;282;p15:notes"/>
          <p:cNvSpPr txBox="1"/>
          <p:nvPr>
            <p:ph idx="1" type="body"/>
          </p:nvPr>
        </p:nvSpPr>
        <p:spPr>
          <a:xfrm>
            <a:off x="933450" y="4410075"/>
            <a:ext cx="5130800" cy="4176713"/>
          </a:xfrm>
          <a:prstGeom prst="rect">
            <a:avLst/>
          </a:prstGeom>
          <a:noFill/>
          <a:ln>
            <a:noFill/>
          </a:ln>
        </p:spPr>
        <p:txBody>
          <a:bodyPr anchorCtr="0" anchor="t" bIns="46500" lIns="93025" spcFirstLastPara="1" rIns="93025" wrap="square" tIns="46500">
            <a:noAutofit/>
          </a:bodyPr>
          <a:lstStyle/>
          <a:p>
            <a:pPr indent="0" lvl="0" marL="0" rtl="0" algn="l">
              <a:spcBef>
                <a:spcPts val="0"/>
              </a:spcBef>
              <a:spcAft>
                <a:spcPts val="0"/>
              </a:spcAft>
              <a:buNone/>
            </a:pPr>
            <a:r>
              <a:rPr lang="en-US"/>
              <a:t>Class acts as blueprint for creating new objects</a:t>
            </a:r>
            <a:endParaRPr/>
          </a:p>
          <a:p>
            <a:pPr indent="0" lvl="0" marL="0" rtl="0" algn="l">
              <a:spcBef>
                <a:spcPts val="360"/>
              </a:spcBef>
              <a:spcAft>
                <a:spcPts val="0"/>
              </a:spcAft>
              <a:buNone/>
            </a:pPr>
            <a:r>
              <a:rPr lang="en-US"/>
              <a:t>Properties/states correspond to memory locations having particular values</a:t>
            </a:r>
            <a:endParaRPr/>
          </a:p>
          <a:p>
            <a:pPr indent="0" lvl="0" marL="0" rtl="0" algn="l">
              <a:spcBef>
                <a:spcPts val="360"/>
              </a:spcBef>
              <a:spcAft>
                <a:spcPts val="0"/>
              </a:spcAft>
              <a:buNone/>
            </a:pPr>
            <a:r>
              <a:rPr lang="en-US"/>
              <a:t>Functionality corresponds to the methods that examine/manipulate the property values</a:t>
            </a:r>
            <a:endParaRPr/>
          </a:p>
          <a:p>
            <a:pPr indent="0" lvl="0" marL="0" rtl="0" algn="l">
              <a:spcBef>
                <a:spcPts val="36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p16:notes"/>
          <p:cNvSpPr txBox="1"/>
          <p:nvPr>
            <p:ph idx="12" type="sldNum"/>
          </p:nvPr>
        </p:nvSpPr>
        <p:spPr>
          <a:xfrm>
            <a:off x="3963988" y="8818563"/>
            <a:ext cx="3032125" cy="463550"/>
          </a:xfrm>
          <a:prstGeom prst="rect">
            <a:avLst/>
          </a:prstGeom>
          <a:noFill/>
          <a:ln>
            <a:noFill/>
          </a:ln>
        </p:spPr>
        <p:txBody>
          <a:bodyPr anchorCtr="0" anchor="b" bIns="46500" lIns="93025" spcFirstLastPara="1" rIns="93025" wrap="square" tIns="46500">
            <a:noAutofit/>
          </a:bodyPr>
          <a:lstStyle/>
          <a:p>
            <a:pPr indent="0" lvl="0" marL="0" rtl="0" algn="r">
              <a:spcBef>
                <a:spcPts val="0"/>
              </a:spcBef>
              <a:spcAft>
                <a:spcPts val="0"/>
              </a:spcAft>
              <a:buNone/>
            </a:pPr>
            <a:fld id="{00000000-1234-1234-1234-123412341234}" type="slidenum">
              <a:rPr lang="en-US"/>
              <a:t>‹#›</a:t>
            </a:fld>
            <a:endParaRPr/>
          </a:p>
        </p:txBody>
      </p:sp>
      <p:sp>
        <p:nvSpPr>
          <p:cNvPr id="292" name="Google Shape;292;p16:notes"/>
          <p:cNvSpPr/>
          <p:nvPr>
            <p:ph idx="2" type="sldImg"/>
          </p:nvPr>
        </p:nvSpPr>
        <p:spPr>
          <a:xfrm>
            <a:off x="1177925" y="696913"/>
            <a:ext cx="4641850" cy="3481387"/>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3" name="Google Shape;293;p16:notes"/>
          <p:cNvSpPr txBox="1"/>
          <p:nvPr>
            <p:ph idx="1" type="body"/>
          </p:nvPr>
        </p:nvSpPr>
        <p:spPr>
          <a:xfrm>
            <a:off x="933450" y="4410075"/>
            <a:ext cx="5130800" cy="4176713"/>
          </a:xfrm>
          <a:prstGeom prst="rect">
            <a:avLst/>
          </a:prstGeom>
          <a:noFill/>
          <a:ln>
            <a:noFill/>
          </a:ln>
        </p:spPr>
        <p:txBody>
          <a:bodyPr anchorCtr="0" anchor="t" bIns="46500" lIns="93025" spcFirstLastPara="1" rIns="93025" wrap="square" tIns="46500">
            <a:noAutofit/>
          </a:bodyPr>
          <a:lstStyle/>
          <a:p>
            <a:pPr indent="0" lvl="0" marL="0" rtl="0" algn="l">
              <a:spcBef>
                <a:spcPts val="0"/>
              </a:spcBef>
              <a:spcAft>
                <a:spcPts val="0"/>
              </a:spcAft>
              <a:buNone/>
            </a:pPr>
            <a:r>
              <a:rPr lang="en-US"/>
              <a:t>Set of objects are created in a main method (which is thus is like the world.)</a:t>
            </a:r>
            <a:endParaRPr/>
          </a:p>
          <a:p>
            <a:pPr indent="0" lvl="0" marL="0" rtl="0" algn="l">
              <a:spcBef>
                <a:spcPts val="360"/>
              </a:spcBef>
              <a:spcAft>
                <a:spcPts val="0"/>
              </a:spcAft>
              <a:buNone/>
            </a:pPr>
            <a:r>
              <a:rPr lang="en-US"/>
              <a:t>One or more objects are then “sent messages” asking them to do something (i.e. their methods are called.)</a:t>
            </a:r>
            <a:endParaRPr/>
          </a:p>
          <a:p>
            <a:pPr indent="0" lvl="0" marL="0" rtl="0" algn="l">
              <a:spcBef>
                <a:spcPts val="360"/>
              </a:spcBef>
              <a:spcAft>
                <a:spcPts val="0"/>
              </a:spcAft>
              <a:buNone/>
            </a:pPr>
            <a:r>
              <a:rPr lang="en-US"/>
              <a:t>They in turn, may create and/or send messages to other objects in other to achieve their task.</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Ayse: David – go to sleep, run to class (david changes state)</a:t>
            </a:r>
            <a:endParaRPr/>
          </a:p>
          <a:p>
            <a:pPr indent="0" lvl="0" marL="0" rtl="0" algn="l">
              <a:spcBef>
                <a:spcPts val="360"/>
              </a:spcBef>
              <a:spcAft>
                <a:spcPts val="0"/>
              </a:spcAft>
              <a:buNone/>
            </a:pPr>
            <a:r>
              <a:rPr lang="en-US"/>
              <a:t>Or</a:t>
            </a:r>
            <a:endParaRPr/>
          </a:p>
          <a:p>
            <a:pPr indent="0" lvl="0" marL="0" rtl="0" algn="l">
              <a:spcBef>
                <a:spcPts val="360"/>
              </a:spcBef>
              <a:spcAft>
                <a:spcPts val="0"/>
              </a:spcAft>
              <a:buNone/>
            </a:pPr>
            <a:r>
              <a:rPr lang="en-US"/>
              <a:t>Ayse asks florist to send flowers to mother in Istanbul. Florist asks Ayse for x dollars. Ayse offers credit card to florist. Florist asks bank to ok it which they do. Florist now asks another florist in Istanbul to deliver flowers to specified address. That florist asks delivery boy to take them. He finds house etc. Ayse has no idea about all this. The Ankara florist doesn’t know or care how flowers get delivered to house either!</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Objects need not be “real”. May have a date object, or a random number generator, or a string tokenizer, or webpage generator, or an error message, or …</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Sounds natural to ask person to do something for you, but in OOP you ask all sorts of objects to do things for you.</a:t>
            </a:r>
            <a:endParaRPr/>
          </a:p>
          <a:p>
            <a:pPr indent="0" lvl="0" marL="0" rtl="0" algn="l">
              <a:spcBef>
                <a:spcPts val="360"/>
              </a:spcBef>
              <a:spcAft>
                <a:spcPts val="0"/>
              </a:spcAft>
              <a:buNone/>
            </a:pPr>
            <a:r>
              <a:rPr lang="en-US"/>
              <a:t>eg. Ask a book to turn its page, ask a wallet to give you some money, a random number object to give you a random number, …</a:t>
            </a:r>
            <a:endParaRPr/>
          </a:p>
          <a:p>
            <a:pPr indent="0" lvl="0" marL="0" rtl="0" algn="l">
              <a:spcBef>
                <a:spcPts val="36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p17:notes"/>
          <p:cNvSpPr txBox="1"/>
          <p:nvPr>
            <p:ph idx="1" type="body"/>
          </p:nvPr>
        </p:nvSpPr>
        <p:spPr>
          <a:xfrm>
            <a:off x="700088" y="4410075"/>
            <a:ext cx="5597525" cy="4176713"/>
          </a:xfrm>
          <a:prstGeom prst="rect">
            <a:avLst/>
          </a:prstGeom>
        </p:spPr>
        <p:txBody>
          <a:bodyPr anchorCtr="0" anchor="t" bIns="46500" lIns="93025" spcFirstLastPara="1" rIns="93025" wrap="square" tIns="46500">
            <a:noAutofit/>
          </a:bodyPr>
          <a:lstStyle/>
          <a:p>
            <a:pPr indent="0" lvl="0" marL="0" rtl="0" algn="l">
              <a:spcBef>
                <a:spcPts val="360"/>
              </a:spcBef>
              <a:spcAft>
                <a:spcPts val="0"/>
              </a:spcAft>
              <a:buNone/>
            </a:pPr>
            <a:r>
              <a:t/>
            </a:r>
            <a:endParaRPr/>
          </a:p>
        </p:txBody>
      </p:sp>
      <p:sp>
        <p:nvSpPr>
          <p:cNvPr id="310" name="Google Shape;310;p17:notes"/>
          <p:cNvSpPr/>
          <p:nvPr>
            <p:ph idx="2" type="sldImg"/>
          </p:nvPr>
        </p:nvSpPr>
        <p:spPr>
          <a:xfrm>
            <a:off x="1177925" y="696913"/>
            <a:ext cx="4641850" cy="34813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p18:notes"/>
          <p:cNvSpPr txBox="1"/>
          <p:nvPr>
            <p:ph idx="1" type="body"/>
          </p:nvPr>
        </p:nvSpPr>
        <p:spPr>
          <a:xfrm>
            <a:off x="700088" y="4410075"/>
            <a:ext cx="5597525" cy="4176713"/>
          </a:xfrm>
          <a:prstGeom prst="rect">
            <a:avLst/>
          </a:prstGeom>
        </p:spPr>
        <p:txBody>
          <a:bodyPr anchorCtr="0" anchor="t" bIns="46500" lIns="93025" spcFirstLastPara="1" rIns="93025" wrap="square" tIns="46500">
            <a:noAutofit/>
          </a:bodyPr>
          <a:lstStyle/>
          <a:p>
            <a:pPr indent="0" lvl="0" marL="0" rtl="0" algn="l">
              <a:spcBef>
                <a:spcPts val="360"/>
              </a:spcBef>
              <a:spcAft>
                <a:spcPts val="0"/>
              </a:spcAft>
              <a:buNone/>
            </a:pPr>
            <a:r>
              <a:t/>
            </a:r>
            <a:endParaRPr/>
          </a:p>
        </p:txBody>
      </p:sp>
      <p:sp>
        <p:nvSpPr>
          <p:cNvPr id="322" name="Google Shape;322;p18:notes"/>
          <p:cNvSpPr/>
          <p:nvPr>
            <p:ph idx="2" type="sldImg"/>
          </p:nvPr>
        </p:nvSpPr>
        <p:spPr>
          <a:xfrm>
            <a:off x="1177925" y="696913"/>
            <a:ext cx="4641850" cy="34813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p19:notes"/>
          <p:cNvSpPr txBox="1"/>
          <p:nvPr>
            <p:ph idx="1" type="body"/>
          </p:nvPr>
        </p:nvSpPr>
        <p:spPr>
          <a:xfrm>
            <a:off x="700088" y="4410075"/>
            <a:ext cx="5597525" cy="4176713"/>
          </a:xfrm>
          <a:prstGeom prst="rect">
            <a:avLst/>
          </a:prstGeom>
        </p:spPr>
        <p:txBody>
          <a:bodyPr anchorCtr="0" anchor="t" bIns="46500" lIns="93025" spcFirstLastPara="1" rIns="93025" wrap="square" tIns="46500">
            <a:noAutofit/>
          </a:bodyPr>
          <a:lstStyle/>
          <a:p>
            <a:pPr indent="0" lvl="0" marL="0" rtl="0" algn="l">
              <a:spcBef>
                <a:spcPts val="360"/>
              </a:spcBef>
              <a:spcAft>
                <a:spcPts val="0"/>
              </a:spcAft>
              <a:buNone/>
            </a:pPr>
            <a:r>
              <a:t/>
            </a:r>
            <a:endParaRPr/>
          </a:p>
        </p:txBody>
      </p:sp>
      <p:sp>
        <p:nvSpPr>
          <p:cNvPr id="329" name="Google Shape;329;p19:notes"/>
          <p:cNvSpPr/>
          <p:nvPr>
            <p:ph idx="2" type="sldImg"/>
          </p:nvPr>
        </p:nvSpPr>
        <p:spPr>
          <a:xfrm>
            <a:off x="1177925" y="696913"/>
            <a:ext cx="4641850" cy="34813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20:notes"/>
          <p:cNvSpPr txBox="1"/>
          <p:nvPr>
            <p:ph idx="12" type="sldNum"/>
          </p:nvPr>
        </p:nvSpPr>
        <p:spPr>
          <a:xfrm>
            <a:off x="3963988" y="8818563"/>
            <a:ext cx="3032125" cy="463550"/>
          </a:xfrm>
          <a:prstGeom prst="rect">
            <a:avLst/>
          </a:prstGeom>
          <a:noFill/>
          <a:ln>
            <a:noFill/>
          </a:ln>
        </p:spPr>
        <p:txBody>
          <a:bodyPr anchorCtr="0" anchor="b" bIns="46500" lIns="93025" spcFirstLastPara="1" rIns="93025" wrap="square" tIns="46500">
            <a:noAutofit/>
          </a:bodyPr>
          <a:lstStyle/>
          <a:p>
            <a:pPr indent="0" lvl="0" marL="0" rtl="0" algn="r">
              <a:spcBef>
                <a:spcPts val="0"/>
              </a:spcBef>
              <a:spcAft>
                <a:spcPts val="0"/>
              </a:spcAft>
              <a:buNone/>
            </a:pPr>
            <a:fld id="{00000000-1234-1234-1234-123412341234}" type="slidenum">
              <a:rPr lang="en-US"/>
              <a:t>‹#›</a:t>
            </a:fld>
            <a:endParaRPr/>
          </a:p>
        </p:txBody>
      </p:sp>
      <p:sp>
        <p:nvSpPr>
          <p:cNvPr id="336" name="Google Shape;336;p20:notes"/>
          <p:cNvSpPr/>
          <p:nvPr>
            <p:ph idx="2" type="sldImg"/>
          </p:nvPr>
        </p:nvSpPr>
        <p:spPr>
          <a:xfrm>
            <a:off x="1187450" y="703263"/>
            <a:ext cx="4624388" cy="3468687"/>
          </a:xfrm>
          <a:custGeom>
            <a:rect b="b" l="l" r="r" t="t"/>
            <a:pathLst>
              <a:path extrusionOk="0" h="120000" w="120000">
                <a:moveTo>
                  <a:pt x="0" y="0"/>
                </a:moveTo>
                <a:lnTo>
                  <a:pt x="120000" y="0"/>
                </a:lnTo>
                <a:lnTo>
                  <a:pt x="120000" y="120000"/>
                </a:lnTo>
                <a:lnTo>
                  <a:pt x="0" y="120000"/>
                </a:lnTo>
                <a:close/>
              </a:path>
            </a:pathLst>
          </a:custGeom>
          <a:noFill/>
          <a:ln cap="flat" cmpd="sng" w="12700">
            <a:solidFill>
              <a:schemeClr val="dk1"/>
            </a:solidFill>
            <a:prstDash val="solid"/>
            <a:round/>
            <a:headEnd len="sm" w="sm" type="none"/>
            <a:tailEnd len="sm" w="sm" type="none"/>
          </a:ln>
        </p:spPr>
      </p:sp>
      <p:sp>
        <p:nvSpPr>
          <p:cNvPr id="337" name="Google Shape;337;p20:notes"/>
          <p:cNvSpPr txBox="1"/>
          <p:nvPr>
            <p:ph idx="1" type="body"/>
          </p:nvPr>
        </p:nvSpPr>
        <p:spPr>
          <a:xfrm>
            <a:off x="933450" y="4413250"/>
            <a:ext cx="5130800" cy="3908425"/>
          </a:xfrm>
          <a:prstGeom prst="rect">
            <a:avLst/>
          </a:prstGeom>
          <a:noFill/>
          <a:ln>
            <a:noFill/>
          </a:ln>
        </p:spPr>
        <p:txBody>
          <a:bodyPr anchorCtr="0" anchor="t" bIns="45200" lIns="92050" spcFirstLastPara="1" rIns="92050" wrap="square" tIns="45200">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p21:notes"/>
          <p:cNvSpPr txBox="1"/>
          <p:nvPr>
            <p:ph idx="12" type="sldNum"/>
          </p:nvPr>
        </p:nvSpPr>
        <p:spPr>
          <a:xfrm>
            <a:off x="3963988" y="8818563"/>
            <a:ext cx="3032125" cy="463550"/>
          </a:xfrm>
          <a:prstGeom prst="rect">
            <a:avLst/>
          </a:prstGeom>
          <a:noFill/>
          <a:ln>
            <a:noFill/>
          </a:ln>
        </p:spPr>
        <p:txBody>
          <a:bodyPr anchorCtr="0" anchor="b" bIns="46500" lIns="93025" spcFirstLastPara="1" rIns="93025" wrap="square" tIns="46500">
            <a:noAutofit/>
          </a:bodyPr>
          <a:lstStyle/>
          <a:p>
            <a:pPr indent="0" lvl="0" marL="0" rtl="0" algn="r">
              <a:spcBef>
                <a:spcPts val="0"/>
              </a:spcBef>
              <a:spcAft>
                <a:spcPts val="0"/>
              </a:spcAft>
              <a:buNone/>
            </a:pPr>
            <a:fld id="{00000000-1234-1234-1234-123412341234}" type="slidenum">
              <a:rPr lang="en-US"/>
              <a:t>‹#›</a:t>
            </a:fld>
            <a:endParaRPr/>
          </a:p>
        </p:txBody>
      </p:sp>
      <p:sp>
        <p:nvSpPr>
          <p:cNvPr id="358" name="Google Shape;358;p21:notes"/>
          <p:cNvSpPr/>
          <p:nvPr>
            <p:ph idx="2" type="sldImg"/>
          </p:nvPr>
        </p:nvSpPr>
        <p:spPr>
          <a:xfrm>
            <a:off x="1187450" y="703263"/>
            <a:ext cx="4624388" cy="3468687"/>
          </a:xfrm>
          <a:custGeom>
            <a:rect b="b" l="l" r="r" t="t"/>
            <a:pathLst>
              <a:path extrusionOk="0" h="120000" w="120000">
                <a:moveTo>
                  <a:pt x="0" y="0"/>
                </a:moveTo>
                <a:lnTo>
                  <a:pt x="120000" y="0"/>
                </a:lnTo>
                <a:lnTo>
                  <a:pt x="120000" y="120000"/>
                </a:lnTo>
                <a:lnTo>
                  <a:pt x="0" y="120000"/>
                </a:lnTo>
                <a:close/>
              </a:path>
            </a:pathLst>
          </a:custGeom>
          <a:noFill/>
          <a:ln cap="flat" cmpd="sng" w="12700">
            <a:solidFill>
              <a:schemeClr val="dk1"/>
            </a:solidFill>
            <a:prstDash val="solid"/>
            <a:round/>
            <a:headEnd len="sm" w="sm" type="none"/>
            <a:tailEnd len="sm" w="sm" type="none"/>
          </a:ln>
        </p:spPr>
      </p:sp>
      <p:sp>
        <p:nvSpPr>
          <p:cNvPr id="359" name="Google Shape;359;p21:notes"/>
          <p:cNvSpPr txBox="1"/>
          <p:nvPr>
            <p:ph idx="1" type="body"/>
          </p:nvPr>
        </p:nvSpPr>
        <p:spPr>
          <a:xfrm>
            <a:off x="933450" y="4413250"/>
            <a:ext cx="5130800" cy="3908425"/>
          </a:xfrm>
          <a:prstGeom prst="rect">
            <a:avLst/>
          </a:prstGeom>
          <a:noFill/>
          <a:ln>
            <a:noFill/>
          </a:ln>
        </p:spPr>
        <p:txBody>
          <a:bodyPr anchorCtr="0" anchor="t" bIns="45200" lIns="92050" spcFirstLastPara="1" rIns="92050" wrap="square" tIns="45200">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p22:notes"/>
          <p:cNvSpPr txBox="1"/>
          <p:nvPr>
            <p:ph idx="1" type="body"/>
          </p:nvPr>
        </p:nvSpPr>
        <p:spPr>
          <a:xfrm>
            <a:off x="700088" y="4410075"/>
            <a:ext cx="5597525" cy="4176713"/>
          </a:xfrm>
          <a:prstGeom prst="rect">
            <a:avLst/>
          </a:prstGeom>
        </p:spPr>
        <p:txBody>
          <a:bodyPr anchorCtr="0" anchor="t" bIns="46500" lIns="93025" spcFirstLastPara="1" rIns="93025" wrap="square" tIns="46500">
            <a:noAutofit/>
          </a:bodyPr>
          <a:lstStyle/>
          <a:p>
            <a:pPr indent="0" lvl="0" marL="0" rtl="0" algn="l">
              <a:spcBef>
                <a:spcPts val="360"/>
              </a:spcBef>
              <a:spcAft>
                <a:spcPts val="0"/>
              </a:spcAft>
              <a:buNone/>
            </a:pPr>
            <a:r>
              <a:t/>
            </a:r>
            <a:endParaRPr/>
          </a:p>
        </p:txBody>
      </p:sp>
      <p:sp>
        <p:nvSpPr>
          <p:cNvPr id="379" name="Google Shape;379;p22:notes"/>
          <p:cNvSpPr/>
          <p:nvPr>
            <p:ph idx="2" type="sldImg"/>
          </p:nvPr>
        </p:nvSpPr>
        <p:spPr>
          <a:xfrm>
            <a:off x="1177925" y="696913"/>
            <a:ext cx="4641850" cy="34813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p23:notes"/>
          <p:cNvSpPr txBox="1"/>
          <p:nvPr>
            <p:ph idx="1" type="body"/>
          </p:nvPr>
        </p:nvSpPr>
        <p:spPr>
          <a:xfrm>
            <a:off x="700088" y="4410075"/>
            <a:ext cx="5597525" cy="4176713"/>
          </a:xfrm>
          <a:prstGeom prst="rect">
            <a:avLst/>
          </a:prstGeom>
        </p:spPr>
        <p:txBody>
          <a:bodyPr anchorCtr="0" anchor="t" bIns="46500" lIns="93025" spcFirstLastPara="1" rIns="93025" wrap="square" tIns="46500">
            <a:noAutofit/>
          </a:bodyPr>
          <a:lstStyle/>
          <a:p>
            <a:pPr indent="0" lvl="0" marL="0" rtl="0" algn="l">
              <a:spcBef>
                <a:spcPts val="360"/>
              </a:spcBef>
              <a:spcAft>
                <a:spcPts val="0"/>
              </a:spcAft>
              <a:buNone/>
            </a:pPr>
            <a:r>
              <a:t/>
            </a:r>
            <a:endParaRPr/>
          </a:p>
        </p:txBody>
      </p:sp>
      <p:sp>
        <p:nvSpPr>
          <p:cNvPr id="404" name="Google Shape;404;p23:notes"/>
          <p:cNvSpPr/>
          <p:nvPr>
            <p:ph idx="2" type="sldImg"/>
          </p:nvPr>
        </p:nvSpPr>
        <p:spPr>
          <a:xfrm>
            <a:off x="1177925" y="696913"/>
            <a:ext cx="4641850" cy="34813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p24:notes"/>
          <p:cNvSpPr txBox="1"/>
          <p:nvPr>
            <p:ph idx="1" type="body"/>
          </p:nvPr>
        </p:nvSpPr>
        <p:spPr>
          <a:xfrm>
            <a:off x="700088" y="4410075"/>
            <a:ext cx="5597525" cy="4176713"/>
          </a:xfrm>
          <a:prstGeom prst="rect">
            <a:avLst/>
          </a:prstGeom>
        </p:spPr>
        <p:txBody>
          <a:bodyPr anchorCtr="0" anchor="t" bIns="46500" lIns="93025" spcFirstLastPara="1" rIns="93025" wrap="square" tIns="46500">
            <a:noAutofit/>
          </a:bodyPr>
          <a:lstStyle/>
          <a:p>
            <a:pPr indent="0" lvl="0" marL="0" rtl="0" algn="l">
              <a:spcBef>
                <a:spcPts val="360"/>
              </a:spcBef>
              <a:spcAft>
                <a:spcPts val="0"/>
              </a:spcAft>
              <a:buNone/>
            </a:pPr>
            <a:r>
              <a:t/>
            </a:r>
            <a:endParaRPr/>
          </a:p>
        </p:txBody>
      </p:sp>
      <p:sp>
        <p:nvSpPr>
          <p:cNvPr id="411" name="Google Shape;411;p24:notes"/>
          <p:cNvSpPr/>
          <p:nvPr>
            <p:ph idx="2" type="sldImg"/>
          </p:nvPr>
        </p:nvSpPr>
        <p:spPr>
          <a:xfrm>
            <a:off x="1177925" y="696913"/>
            <a:ext cx="4641850" cy="34813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p25:notes"/>
          <p:cNvSpPr txBox="1"/>
          <p:nvPr>
            <p:ph idx="1" type="body"/>
          </p:nvPr>
        </p:nvSpPr>
        <p:spPr>
          <a:xfrm>
            <a:off x="700088" y="4410075"/>
            <a:ext cx="5597525" cy="4176713"/>
          </a:xfrm>
          <a:prstGeom prst="rect">
            <a:avLst/>
          </a:prstGeom>
        </p:spPr>
        <p:txBody>
          <a:bodyPr anchorCtr="0" anchor="t" bIns="46500" lIns="93025" spcFirstLastPara="1" rIns="93025" wrap="square" tIns="46500">
            <a:noAutofit/>
          </a:bodyPr>
          <a:lstStyle/>
          <a:p>
            <a:pPr indent="0" lvl="0" marL="0" rtl="0" algn="l">
              <a:spcBef>
                <a:spcPts val="360"/>
              </a:spcBef>
              <a:spcAft>
                <a:spcPts val="0"/>
              </a:spcAft>
              <a:buNone/>
            </a:pPr>
            <a:r>
              <a:t/>
            </a:r>
            <a:endParaRPr/>
          </a:p>
        </p:txBody>
      </p:sp>
      <p:sp>
        <p:nvSpPr>
          <p:cNvPr id="428" name="Google Shape;428;p25:notes"/>
          <p:cNvSpPr/>
          <p:nvPr>
            <p:ph idx="2" type="sldImg"/>
          </p:nvPr>
        </p:nvSpPr>
        <p:spPr>
          <a:xfrm>
            <a:off x="1177925" y="696913"/>
            <a:ext cx="4641850" cy="34813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p26:notes"/>
          <p:cNvSpPr txBox="1"/>
          <p:nvPr>
            <p:ph idx="1" type="body"/>
          </p:nvPr>
        </p:nvSpPr>
        <p:spPr>
          <a:xfrm>
            <a:off x="700088" y="4410075"/>
            <a:ext cx="5597525" cy="4176713"/>
          </a:xfrm>
          <a:prstGeom prst="rect">
            <a:avLst/>
          </a:prstGeom>
        </p:spPr>
        <p:txBody>
          <a:bodyPr anchorCtr="0" anchor="t" bIns="46500" lIns="93025" spcFirstLastPara="1" rIns="93025" wrap="square" tIns="46500">
            <a:noAutofit/>
          </a:bodyPr>
          <a:lstStyle/>
          <a:p>
            <a:pPr indent="0" lvl="0" marL="0" rtl="0" algn="l">
              <a:spcBef>
                <a:spcPts val="360"/>
              </a:spcBef>
              <a:spcAft>
                <a:spcPts val="0"/>
              </a:spcAft>
              <a:buNone/>
            </a:pPr>
            <a:r>
              <a:t/>
            </a:r>
            <a:endParaRPr/>
          </a:p>
        </p:txBody>
      </p:sp>
      <p:sp>
        <p:nvSpPr>
          <p:cNvPr id="435" name="Google Shape;435;p26:notes"/>
          <p:cNvSpPr/>
          <p:nvPr>
            <p:ph idx="2" type="sldImg"/>
          </p:nvPr>
        </p:nvSpPr>
        <p:spPr>
          <a:xfrm>
            <a:off x="1177925" y="696913"/>
            <a:ext cx="4641850" cy="34813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p27:notes"/>
          <p:cNvSpPr txBox="1"/>
          <p:nvPr>
            <p:ph idx="1" type="body"/>
          </p:nvPr>
        </p:nvSpPr>
        <p:spPr>
          <a:xfrm>
            <a:off x="700088" y="4410075"/>
            <a:ext cx="5597525" cy="4176713"/>
          </a:xfrm>
          <a:prstGeom prst="rect">
            <a:avLst/>
          </a:prstGeom>
        </p:spPr>
        <p:txBody>
          <a:bodyPr anchorCtr="0" anchor="t" bIns="46500" lIns="93025" spcFirstLastPara="1" rIns="93025" wrap="square" tIns="46500">
            <a:noAutofit/>
          </a:bodyPr>
          <a:lstStyle/>
          <a:p>
            <a:pPr indent="0" lvl="0" marL="0" rtl="0" algn="l">
              <a:spcBef>
                <a:spcPts val="360"/>
              </a:spcBef>
              <a:spcAft>
                <a:spcPts val="0"/>
              </a:spcAft>
              <a:buNone/>
            </a:pPr>
            <a:r>
              <a:t/>
            </a:r>
            <a:endParaRPr/>
          </a:p>
        </p:txBody>
      </p:sp>
      <p:sp>
        <p:nvSpPr>
          <p:cNvPr id="447" name="Google Shape;447;p27:notes"/>
          <p:cNvSpPr/>
          <p:nvPr>
            <p:ph idx="2" type="sldImg"/>
          </p:nvPr>
        </p:nvSpPr>
        <p:spPr>
          <a:xfrm>
            <a:off x="1177925" y="696913"/>
            <a:ext cx="4641850" cy="34813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p28:notes"/>
          <p:cNvSpPr txBox="1"/>
          <p:nvPr>
            <p:ph idx="1" type="body"/>
          </p:nvPr>
        </p:nvSpPr>
        <p:spPr>
          <a:xfrm>
            <a:off x="700088" y="4410075"/>
            <a:ext cx="5597525" cy="4176713"/>
          </a:xfrm>
          <a:prstGeom prst="rect">
            <a:avLst/>
          </a:prstGeom>
        </p:spPr>
        <p:txBody>
          <a:bodyPr anchorCtr="0" anchor="t" bIns="46500" lIns="93025" spcFirstLastPara="1" rIns="93025" wrap="square" tIns="46500">
            <a:noAutofit/>
          </a:bodyPr>
          <a:lstStyle/>
          <a:p>
            <a:pPr indent="0" lvl="0" marL="0" rtl="0" algn="l">
              <a:spcBef>
                <a:spcPts val="360"/>
              </a:spcBef>
              <a:spcAft>
                <a:spcPts val="0"/>
              </a:spcAft>
              <a:buNone/>
            </a:pPr>
            <a:r>
              <a:t/>
            </a:r>
            <a:endParaRPr/>
          </a:p>
        </p:txBody>
      </p:sp>
      <p:sp>
        <p:nvSpPr>
          <p:cNvPr id="459" name="Google Shape;459;p28:notes"/>
          <p:cNvSpPr/>
          <p:nvPr>
            <p:ph idx="2" type="sldImg"/>
          </p:nvPr>
        </p:nvSpPr>
        <p:spPr>
          <a:xfrm>
            <a:off x="1177925" y="696913"/>
            <a:ext cx="4641850" cy="34813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7" name="Shape 467"/>
        <p:cNvGrpSpPr/>
        <p:nvPr/>
      </p:nvGrpSpPr>
      <p:grpSpPr>
        <a:xfrm>
          <a:off x="0" y="0"/>
          <a:ext cx="0" cy="0"/>
          <a:chOff x="0" y="0"/>
          <a:chExt cx="0" cy="0"/>
        </a:xfrm>
      </p:grpSpPr>
      <p:sp>
        <p:nvSpPr>
          <p:cNvPr id="468" name="Google Shape;468;p29:notes"/>
          <p:cNvSpPr txBox="1"/>
          <p:nvPr>
            <p:ph idx="1" type="body"/>
          </p:nvPr>
        </p:nvSpPr>
        <p:spPr>
          <a:xfrm>
            <a:off x="700088" y="4410075"/>
            <a:ext cx="5597525" cy="4176713"/>
          </a:xfrm>
          <a:prstGeom prst="rect">
            <a:avLst/>
          </a:prstGeom>
        </p:spPr>
        <p:txBody>
          <a:bodyPr anchorCtr="0" anchor="t" bIns="46500" lIns="93025" spcFirstLastPara="1" rIns="93025" wrap="square" tIns="46500">
            <a:noAutofit/>
          </a:bodyPr>
          <a:lstStyle/>
          <a:p>
            <a:pPr indent="0" lvl="0" marL="0" rtl="0" algn="l">
              <a:spcBef>
                <a:spcPts val="360"/>
              </a:spcBef>
              <a:spcAft>
                <a:spcPts val="0"/>
              </a:spcAft>
              <a:buNone/>
            </a:pPr>
            <a:r>
              <a:t/>
            </a:r>
            <a:endParaRPr/>
          </a:p>
        </p:txBody>
      </p:sp>
      <p:sp>
        <p:nvSpPr>
          <p:cNvPr id="469" name="Google Shape;469;p29:notes"/>
          <p:cNvSpPr/>
          <p:nvPr>
            <p:ph idx="2" type="sldImg"/>
          </p:nvPr>
        </p:nvSpPr>
        <p:spPr>
          <a:xfrm>
            <a:off x="1177925" y="696913"/>
            <a:ext cx="4641850" cy="34813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p30:notes"/>
          <p:cNvSpPr txBox="1"/>
          <p:nvPr>
            <p:ph idx="1" type="body"/>
          </p:nvPr>
        </p:nvSpPr>
        <p:spPr>
          <a:xfrm>
            <a:off x="700088" y="4410075"/>
            <a:ext cx="5597525" cy="4176713"/>
          </a:xfrm>
          <a:prstGeom prst="rect">
            <a:avLst/>
          </a:prstGeom>
        </p:spPr>
        <p:txBody>
          <a:bodyPr anchorCtr="0" anchor="t" bIns="46500" lIns="93025" spcFirstLastPara="1" rIns="93025" wrap="square" tIns="46500">
            <a:noAutofit/>
          </a:bodyPr>
          <a:lstStyle/>
          <a:p>
            <a:pPr indent="0" lvl="0" marL="0" rtl="0" algn="l">
              <a:spcBef>
                <a:spcPts val="360"/>
              </a:spcBef>
              <a:spcAft>
                <a:spcPts val="0"/>
              </a:spcAft>
              <a:buNone/>
            </a:pPr>
            <a:r>
              <a:t/>
            </a:r>
            <a:endParaRPr/>
          </a:p>
        </p:txBody>
      </p:sp>
      <p:sp>
        <p:nvSpPr>
          <p:cNvPr id="481" name="Google Shape;481;p30:notes"/>
          <p:cNvSpPr/>
          <p:nvPr>
            <p:ph idx="2" type="sldImg"/>
          </p:nvPr>
        </p:nvSpPr>
        <p:spPr>
          <a:xfrm>
            <a:off x="1177925" y="696913"/>
            <a:ext cx="4641850" cy="34813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 name="Shape 493"/>
        <p:cNvGrpSpPr/>
        <p:nvPr/>
      </p:nvGrpSpPr>
      <p:grpSpPr>
        <a:xfrm>
          <a:off x="0" y="0"/>
          <a:ext cx="0" cy="0"/>
          <a:chOff x="0" y="0"/>
          <a:chExt cx="0" cy="0"/>
        </a:xfrm>
      </p:grpSpPr>
      <p:sp>
        <p:nvSpPr>
          <p:cNvPr id="494" name="Google Shape;494;p31:notes"/>
          <p:cNvSpPr txBox="1"/>
          <p:nvPr>
            <p:ph idx="1" type="body"/>
          </p:nvPr>
        </p:nvSpPr>
        <p:spPr>
          <a:xfrm>
            <a:off x="700088" y="4410075"/>
            <a:ext cx="5597525" cy="4176713"/>
          </a:xfrm>
          <a:prstGeom prst="rect">
            <a:avLst/>
          </a:prstGeom>
        </p:spPr>
        <p:txBody>
          <a:bodyPr anchorCtr="0" anchor="t" bIns="46500" lIns="93025" spcFirstLastPara="1" rIns="93025" wrap="square" tIns="46500">
            <a:noAutofit/>
          </a:bodyPr>
          <a:lstStyle/>
          <a:p>
            <a:pPr indent="0" lvl="0" marL="0" rtl="0" algn="l">
              <a:spcBef>
                <a:spcPts val="360"/>
              </a:spcBef>
              <a:spcAft>
                <a:spcPts val="0"/>
              </a:spcAft>
              <a:buNone/>
            </a:pPr>
            <a:r>
              <a:t/>
            </a:r>
            <a:endParaRPr/>
          </a:p>
        </p:txBody>
      </p:sp>
      <p:sp>
        <p:nvSpPr>
          <p:cNvPr id="495" name="Google Shape;495;p31:notes"/>
          <p:cNvSpPr/>
          <p:nvPr>
            <p:ph idx="2" type="sldImg"/>
          </p:nvPr>
        </p:nvSpPr>
        <p:spPr>
          <a:xfrm>
            <a:off x="1177925" y="696913"/>
            <a:ext cx="4641850" cy="34813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0" name="Shape 500"/>
        <p:cNvGrpSpPr/>
        <p:nvPr/>
      </p:nvGrpSpPr>
      <p:grpSpPr>
        <a:xfrm>
          <a:off x="0" y="0"/>
          <a:ext cx="0" cy="0"/>
          <a:chOff x="0" y="0"/>
          <a:chExt cx="0" cy="0"/>
        </a:xfrm>
      </p:grpSpPr>
      <p:sp>
        <p:nvSpPr>
          <p:cNvPr id="501" name="Google Shape;501;p32:notes"/>
          <p:cNvSpPr txBox="1"/>
          <p:nvPr>
            <p:ph idx="1" type="body"/>
          </p:nvPr>
        </p:nvSpPr>
        <p:spPr>
          <a:xfrm>
            <a:off x="700088" y="4410075"/>
            <a:ext cx="5597525" cy="4176713"/>
          </a:xfrm>
          <a:prstGeom prst="rect">
            <a:avLst/>
          </a:prstGeom>
        </p:spPr>
        <p:txBody>
          <a:bodyPr anchorCtr="0" anchor="t" bIns="46500" lIns="93025" spcFirstLastPara="1" rIns="93025" wrap="square" tIns="46500">
            <a:noAutofit/>
          </a:bodyPr>
          <a:lstStyle/>
          <a:p>
            <a:pPr indent="0" lvl="0" marL="0" rtl="0" algn="l">
              <a:spcBef>
                <a:spcPts val="360"/>
              </a:spcBef>
              <a:spcAft>
                <a:spcPts val="0"/>
              </a:spcAft>
              <a:buNone/>
            </a:pPr>
            <a:r>
              <a:t/>
            </a:r>
            <a:endParaRPr/>
          </a:p>
        </p:txBody>
      </p:sp>
      <p:sp>
        <p:nvSpPr>
          <p:cNvPr id="502" name="Google Shape;502;p32:notes"/>
          <p:cNvSpPr/>
          <p:nvPr>
            <p:ph idx="2" type="sldImg"/>
          </p:nvPr>
        </p:nvSpPr>
        <p:spPr>
          <a:xfrm>
            <a:off x="1177925" y="696913"/>
            <a:ext cx="4641850" cy="34813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 name="Shape 507"/>
        <p:cNvGrpSpPr/>
        <p:nvPr/>
      </p:nvGrpSpPr>
      <p:grpSpPr>
        <a:xfrm>
          <a:off x="0" y="0"/>
          <a:ext cx="0" cy="0"/>
          <a:chOff x="0" y="0"/>
          <a:chExt cx="0" cy="0"/>
        </a:xfrm>
      </p:grpSpPr>
      <p:sp>
        <p:nvSpPr>
          <p:cNvPr id="508" name="Google Shape;508;p33:notes"/>
          <p:cNvSpPr txBox="1"/>
          <p:nvPr>
            <p:ph idx="1" type="body"/>
          </p:nvPr>
        </p:nvSpPr>
        <p:spPr>
          <a:xfrm>
            <a:off x="700088" y="4410075"/>
            <a:ext cx="5597525" cy="4176713"/>
          </a:xfrm>
          <a:prstGeom prst="rect">
            <a:avLst/>
          </a:prstGeom>
        </p:spPr>
        <p:txBody>
          <a:bodyPr anchorCtr="0" anchor="t" bIns="46500" lIns="93025" spcFirstLastPara="1" rIns="93025" wrap="square" tIns="46500">
            <a:noAutofit/>
          </a:bodyPr>
          <a:lstStyle/>
          <a:p>
            <a:pPr indent="0" lvl="0" marL="0" rtl="0" algn="l">
              <a:spcBef>
                <a:spcPts val="360"/>
              </a:spcBef>
              <a:spcAft>
                <a:spcPts val="0"/>
              </a:spcAft>
              <a:buNone/>
            </a:pPr>
            <a:r>
              <a:t/>
            </a:r>
            <a:endParaRPr/>
          </a:p>
        </p:txBody>
      </p:sp>
      <p:sp>
        <p:nvSpPr>
          <p:cNvPr id="509" name="Google Shape;509;p33:notes"/>
          <p:cNvSpPr/>
          <p:nvPr>
            <p:ph idx="2" type="sldImg"/>
          </p:nvPr>
        </p:nvSpPr>
        <p:spPr>
          <a:xfrm>
            <a:off x="1177925" y="696913"/>
            <a:ext cx="4641850" cy="34813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p34:notes"/>
          <p:cNvSpPr txBox="1"/>
          <p:nvPr>
            <p:ph idx="1" type="body"/>
          </p:nvPr>
        </p:nvSpPr>
        <p:spPr>
          <a:xfrm>
            <a:off x="700088" y="4410075"/>
            <a:ext cx="5597525" cy="4176713"/>
          </a:xfrm>
          <a:prstGeom prst="rect">
            <a:avLst/>
          </a:prstGeom>
        </p:spPr>
        <p:txBody>
          <a:bodyPr anchorCtr="0" anchor="t" bIns="46500" lIns="93025" spcFirstLastPara="1" rIns="93025" wrap="square" tIns="46500">
            <a:noAutofit/>
          </a:bodyPr>
          <a:lstStyle/>
          <a:p>
            <a:pPr indent="0" lvl="0" marL="0" rtl="0" algn="l">
              <a:spcBef>
                <a:spcPts val="360"/>
              </a:spcBef>
              <a:spcAft>
                <a:spcPts val="0"/>
              </a:spcAft>
              <a:buNone/>
            </a:pPr>
            <a:r>
              <a:t/>
            </a:r>
            <a:endParaRPr/>
          </a:p>
        </p:txBody>
      </p:sp>
      <p:sp>
        <p:nvSpPr>
          <p:cNvPr id="516" name="Google Shape;516;p34:notes"/>
          <p:cNvSpPr/>
          <p:nvPr>
            <p:ph idx="2" type="sldImg"/>
          </p:nvPr>
        </p:nvSpPr>
        <p:spPr>
          <a:xfrm>
            <a:off x="1177925" y="696913"/>
            <a:ext cx="4641850" cy="34813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0" name="Shape 530"/>
        <p:cNvGrpSpPr/>
        <p:nvPr/>
      </p:nvGrpSpPr>
      <p:grpSpPr>
        <a:xfrm>
          <a:off x="0" y="0"/>
          <a:ext cx="0" cy="0"/>
          <a:chOff x="0" y="0"/>
          <a:chExt cx="0" cy="0"/>
        </a:xfrm>
      </p:grpSpPr>
      <p:sp>
        <p:nvSpPr>
          <p:cNvPr id="531" name="Google Shape;531;p35:notes"/>
          <p:cNvSpPr txBox="1"/>
          <p:nvPr>
            <p:ph idx="1" type="body"/>
          </p:nvPr>
        </p:nvSpPr>
        <p:spPr>
          <a:xfrm>
            <a:off x="700088" y="4410075"/>
            <a:ext cx="5597525" cy="4176713"/>
          </a:xfrm>
          <a:prstGeom prst="rect">
            <a:avLst/>
          </a:prstGeom>
        </p:spPr>
        <p:txBody>
          <a:bodyPr anchorCtr="0" anchor="t" bIns="46500" lIns="93025" spcFirstLastPara="1" rIns="93025" wrap="square" tIns="46500">
            <a:noAutofit/>
          </a:bodyPr>
          <a:lstStyle/>
          <a:p>
            <a:pPr indent="0" lvl="0" marL="0" rtl="0" algn="l">
              <a:spcBef>
                <a:spcPts val="360"/>
              </a:spcBef>
              <a:spcAft>
                <a:spcPts val="0"/>
              </a:spcAft>
              <a:buNone/>
            </a:pPr>
            <a:r>
              <a:t/>
            </a:r>
            <a:endParaRPr/>
          </a:p>
        </p:txBody>
      </p:sp>
      <p:sp>
        <p:nvSpPr>
          <p:cNvPr id="532" name="Google Shape;532;p35:notes"/>
          <p:cNvSpPr/>
          <p:nvPr>
            <p:ph idx="2" type="sldImg"/>
          </p:nvPr>
        </p:nvSpPr>
        <p:spPr>
          <a:xfrm>
            <a:off x="1177925" y="696913"/>
            <a:ext cx="4641850" cy="34813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p36:notes"/>
          <p:cNvSpPr txBox="1"/>
          <p:nvPr>
            <p:ph idx="1" type="body"/>
          </p:nvPr>
        </p:nvSpPr>
        <p:spPr>
          <a:xfrm>
            <a:off x="700088" y="4410075"/>
            <a:ext cx="5597525" cy="4176713"/>
          </a:xfrm>
          <a:prstGeom prst="rect">
            <a:avLst/>
          </a:prstGeom>
        </p:spPr>
        <p:txBody>
          <a:bodyPr anchorCtr="0" anchor="t" bIns="46500" lIns="93025" spcFirstLastPara="1" rIns="93025" wrap="square" tIns="46500">
            <a:noAutofit/>
          </a:bodyPr>
          <a:lstStyle/>
          <a:p>
            <a:pPr indent="0" lvl="0" marL="0" rtl="0" algn="l">
              <a:spcBef>
                <a:spcPts val="360"/>
              </a:spcBef>
              <a:spcAft>
                <a:spcPts val="0"/>
              </a:spcAft>
              <a:buNone/>
            </a:pPr>
            <a:r>
              <a:t/>
            </a:r>
            <a:endParaRPr/>
          </a:p>
        </p:txBody>
      </p:sp>
      <p:sp>
        <p:nvSpPr>
          <p:cNvPr id="561" name="Google Shape;561;p36:notes"/>
          <p:cNvSpPr/>
          <p:nvPr>
            <p:ph idx="2" type="sldImg"/>
          </p:nvPr>
        </p:nvSpPr>
        <p:spPr>
          <a:xfrm>
            <a:off x="1177925" y="696913"/>
            <a:ext cx="4641850" cy="34813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7" name="Shape 587"/>
        <p:cNvGrpSpPr/>
        <p:nvPr/>
      </p:nvGrpSpPr>
      <p:grpSpPr>
        <a:xfrm>
          <a:off x="0" y="0"/>
          <a:ext cx="0" cy="0"/>
          <a:chOff x="0" y="0"/>
          <a:chExt cx="0" cy="0"/>
        </a:xfrm>
      </p:grpSpPr>
      <p:sp>
        <p:nvSpPr>
          <p:cNvPr id="588" name="Google Shape;588;p37:notes"/>
          <p:cNvSpPr txBox="1"/>
          <p:nvPr>
            <p:ph idx="1" type="body"/>
          </p:nvPr>
        </p:nvSpPr>
        <p:spPr>
          <a:xfrm>
            <a:off x="700088" y="4410075"/>
            <a:ext cx="5597525" cy="4176713"/>
          </a:xfrm>
          <a:prstGeom prst="rect">
            <a:avLst/>
          </a:prstGeom>
        </p:spPr>
        <p:txBody>
          <a:bodyPr anchorCtr="0" anchor="t" bIns="46500" lIns="93025" spcFirstLastPara="1" rIns="93025" wrap="square" tIns="46500">
            <a:noAutofit/>
          </a:bodyPr>
          <a:lstStyle/>
          <a:p>
            <a:pPr indent="0" lvl="0" marL="0" rtl="0" algn="l">
              <a:spcBef>
                <a:spcPts val="360"/>
              </a:spcBef>
              <a:spcAft>
                <a:spcPts val="0"/>
              </a:spcAft>
              <a:buNone/>
            </a:pPr>
            <a:r>
              <a:t/>
            </a:r>
            <a:endParaRPr/>
          </a:p>
        </p:txBody>
      </p:sp>
      <p:sp>
        <p:nvSpPr>
          <p:cNvPr id="589" name="Google Shape;589;p37:notes"/>
          <p:cNvSpPr/>
          <p:nvPr>
            <p:ph idx="2" type="sldImg"/>
          </p:nvPr>
        </p:nvSpPr>
        <p:spPr>
          <a:xfrm>
            <a:off x="1177925" y="696913"/>
            <a:ext cx="4641850" cy="34813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4" name="Shape 594"/>
        <p:cNvGrpSpPr/>
        <p:nvPr/>
      </p:nvGrpSpPr>
      <p:grpSpPr>
        <a:xfrm>
          <a:off x="0" y="0"/>
          <a:ext cx="0" cy="0"/>
          <a:chOff x="0" y="0"/>
          <a:chExt cx="0" cy="0"/>
        </a:xfrm>
      </p:grpSpPr>
      <p:sp>
        <p:nvSpPr>
          <p:cNvPr id="595" name="Google Shape;595;p38:notes"/>
          <p:cNvSpPr txBox="1"/>
          <p:nvPr>
            <p:ph idx="1" type="body"/>
          </p:nvPr>
        </p:nvSpPr>
        <p:spPr>
          <a:xfrm>
            <a:off x="700088" y="4410075"/>
            <a:ext cx="5597525" cy="4176713"/>
          </a:xfrm>
          <a:prstGeom prst="rect">
            <a:avLst/>
          </a:prstGeom>
        </p:spPr>
        <p:txBody>
          <a:bodyPr anchorCtr="0" anchor="t" bIns="46500" lIns="93025" spcFirstLastPara="1" rIns="93025" wrap="square" tIns="46500">
            <a:noAutofit/>
          </a:bodyPr>
          <a:lstStyle/>
          <a:p>
            <a:pPr indent="0" lvl="0" marL="0" rtl="0" algn="l">
              <a:spcBef>
                <a:spcPts val="360"/>
              </a:spcBef>
              <a:spcAft>
                <a:spcPts val="0"/>
              </a:spcAft>
              <a:buNone/>
            </a:pPr>
            <a:r>
              <a:t/>
            </a:r>
            <a:endParaRPr/>
          </a:p>
        </p:txBody>
      </p:sp>
      <p:sp>
        <p:nvSpPr>
          <p:cNvPr id="596" name="Google Shape;596;p38:notes"/>
          <p:cNvSpPr/>
          <p:nvPr>
            <p:ph idx="2" type="sldImg"/>
          </p:nvPr>
        </p:nvSpPr>
        <p:spPr>
          <a:xfrm>
            <a:off x="1177925" y="696913"/>
            <a:ext cx="4641850" cy="34813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1" name="Shape 601"/>
        <p:cNvGrpSpPr/>
        <p:nvPr/>
      </p:nvGrpSpPr>
      <p:grpSpPr>
        <a:xfrm>
          <a:off x="0" y="0"/>
          <a:ext cx="0" cy="0"/>
          <a:chOff x="0" y="0"/>
          <a:chExt cx="0" cy="0"/>
        </a:xfrm>
      </p:grpSpPr>
      <p:sp>
        <p:nvSpPr>
          <p:cNvPr id="602" name="Google Shape;602;p39:notes"/>
          <p:cNvSpPr/>
          <p:nvPr>
            <p:ph idx="2" type="sldImg"/>
          </p:nvPr>
        </p:nvSpPr>
        <p:spPr>
          <a:xfrm>
            <a:off x="1177925" y="696913"/>
            <a:ext cx="4641850" cy="3481387"/>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03" name="Google Shape;603;p39:notes"/>
          <p:cNvSpPr txBox="1"/>
          <p:nvPr>
            <p:ph idx="1" type="body"/>
          </p:nvPr>
        </p:nvSpPr>
        <p:spPr>
          <a:xfrm>
            <a:off x="700088" y="4410075"/>
            <a:ext cx="5597525" cy="4176713"/>
          </a:xfrm>
          <a:prstGeom prst="rect">
            <a:avLst/>
          </a:prstGeom>
          <a:noFill/>
          <a:ln>
            <a:noFill/>
          </a:ln>
        </p:spPr>
        <p:txBody>
          <a:bodyPr anchorCtr="0" anchor="t" bIns="46500" lIns="93025" spcFirstLastPara="1" rIns="93025" wrap="square" tIns="46500">
            <a:noAutofit/>
          </a:bodyPr>
          <a:lstStyle/>
          <a:p>
            <a:pPr indent="0" lvl="0" marL="0" rtl="0" algn="l">
              <a:spcBef>
                <a:spcPts val="0"/>
              </a:spcBef>
              <a:spcAft>
                <a:spcPts val="0"/>
              </a:spcAft>
              <a:buNone/>
            </a:pPr>
            <a:r>
              <a:t/>
            </a:r>
            <a:endParaRPr/>
          </a:p>
        </p:txBody>
      </p:sp>
      <p:sp>
        <p:nvSpPr>
          <p:cNvPr id="604" name="Google Shape;604;p39:notes"/>
          <p:cNvSpPr txBox="1"/>
          <p:nvPr>
            <p:ph idx="12" type="sldNum"/>
          </p:nvPr>
        </p:nvSpPr>
        <p:spPr>
          <a:xfrm>
            <a:off x="3963988" y="8818563"/>
            <a:ext cx="3032125" cy="463550"/>
          </a:xfrm>
          <a:prstGeom prst="rect">
            <a:avLst/>
          </a:prstGeom>
          <a:noFill/>
          <a:ln>
            <a:noFill/>
          </a:ln>
        </p:spPr>
        <p:txBody>
          <a:bodyPr anchorCtr="0" anchor="b" bIns="46500" lIns="93025" spcFirstLastPara="1" rIns="93025" wrap="square" tIns="465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35" name="Shape 35"/>
        <p:cNvGrpSpPr/>
        <p:nvPr/>
      </p:nvGrpSpPr>
      <p:grpSpPr>
        <a:xfrm>
          <a:off x="0" y="0"/>
          <a:ext cx="0" cy="0"/>
          <a:chOff x="0" y="0"/>
          <a:chExt cx="0" cy="0"/>
        </a:xfrm>
      </p:grpSpPr>
      <p:grpSp>
        <p:nvGrpSpPr>
          <p:cNvPr id="36" name="Google Shape;36;p41"/>
          <p:cNvGrpSpPr/>
          <p:nvPr/>
        </p:nvGrpSpPr>
        <p:grpSpPr>
          <a:xfrm>
            <a:off x="0" y="0"/>
            <a:ext cx="9144000" cy="6858000"/>
            <a:chOff x="0" y="0"/>
            <a:chExt cx="5760" cy="4320"/>
          </a:xfrm>
        </p:grpSpPr>
        <p:sp>
          <p:nvSpPr>
            <p:cNvPr id="37" name="Google Shape;37;p41"/>
            <p:cNvSpPr/>
            <p:nvPr/>
          </p:nvSpPr>
          <p:spPr>
            <a:xfrm>
              <a:off x="0" y="0"/>
              <a:ext cx="5760" cy="535"/>
            </a:xfrm>
            <a:prstGeom prst="rect">
              <a:avLst/>
            </a:prstGeom>
            <a:gradFill>
              <a:gsLst>
                <a:gs pos="0">
                  <a:schemeClr val="folHlink"/>
                </a:gs>
                <a:gs pos="100000">
                  <a:schemeClr val="dk2"/>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400" u="none" cap="none" strike="noStrike">
                <a:solidFill>
                  <a:schemeClr val="lt1"/>
                </a:solidFill>
                <a:latin typeface="Times New Roman"/>
                <a:ea typeface="Times New Roman"/>
                <a:cs typeface="Times New Roman"/>
                <a:sym typeface="Times New Roman"/>
              </a:endParaRPr>
            </a:p>
          </p:txBody>
        </p:sp>
        <p:sp>
          <p:nvSpPr>
            <p:cNvPr id="38" name="Google Shape;38;p41"/>
            <p:cNvSpPr/>
            <p:nvPr/>
          </p:nvSpPr>
          <p:spPr>
            <a:xfrm>
              <a:off x="0" y="3147"/>
              <a:ext cx="5760" cy="1173"/>
            </a:xfrm>
            <a:prstGeom prst="rect">
              <a:avLst/>
            </a:prstGeom>
            <a:gradFill>
              <a:gsLst>
                <a:gs pos="0">
                  <a:schemeClr val="dk2"/>
                </a:gs>
                <a:gs pos="100000">
                  <a:schemeClr val="folHlink"/>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400" u="none" cap="none" strike="noStrike">
                <a:solidFill>
                  <a:schemeClr val="lt1"/>
                </a:solidFill>
                <a:latin typeface="Times New Roman"/>
                <a:ea typeface="Times New Roman"/>
                <a:cs typeface="Times New Roman"/>
                <a:sym typeface="Times New Roman"/>
              </a:endParaRPr>
            </a:p>
          </p:txBody>
        </p:sp>
      </p:grpSp>
      <p:sp>
        <p:nvSpPr>
          <p:cNvPr id="39" name="Google Shape;39;p41"/>
          <p:cNvSpPr/>
          <p:nvPr/>
        </p:nvSpPr>
        <p:spPr>
          <a:xfrm>
            <a:off x="463550" y="2700338"/>
            <a:ext cx="161925" cy="415766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400" u="none" cap="none" strike="noStrike">
              <a:solidFill>
                <a:schemeClr val="lt1"/>
              </a:solidFill>
              <a:latin typeface="Times New Roman"/>
              <a:ea typeface="Times New Roman"/>
              <a:cs typeface="Times New Roman"/>
              <a:sym typeface="Times New Roman"/>
            </a:endParaRPr>
          </a:p>
        </p:txBody>
      </p:sp>
      <p:sp>
        <p:nvSpPr>
          <p:cNvPr id="40" name="Google Shape;40;p41"/>
          <p:cNvSpPr/>
          <p:nvPr/>
        </p:nvSpPr>
        <p:spPr>
          <a:xfrm>
            <a:off x="4419600" y="990600"/>
            <a:ext cx="304800" cy="274638"/>
          </a:xfrm>
          <a:prstGeom prst="ellipse">
            <a:avLst/>
          </a:prstGeom>
          <a:gradFill>
            <a:gsLst>
              <a:gs pos="0">
                <a:srgbClr val="FEFFFF"/>
              </a:gs>
              <a:gs pos="100000">
                <a:schemeClr val="folHlink"/>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400" u="none" cap="none" strike="noStrike">
              <a:solidFill>
                <a:schemeClr val="lt1"/>
              </a:solidFill>
              <a:latin typeface="Times New Roman"/>
              <a:ea typeface="Times New Roman"/>
              <a:cs typeface="Times New Roman"/>
              <a:sym typeface="Times New Roman"/>
            </a:endParaRPr>
          </a:p>
        </p:txBody>
      </p:sp>
      <p:sp>
        <p:nvSpPr>
          <p:cNvPr id="41" name="Google Shape;41;p41"/>
          <p:cNvSpPr/>
          <p:nvPr/>
        </p:nvSpPr>
        <p:spPr>
          <a:xfrm rot="-5400000">
            <a:off x="4457700" y="-2933700"/>
            <a:ext cx="228600" cy="9144000"/>
          </a:xfrm>
          <a:prstGeom prst="rect">
            <a:avLst/>
          </a:prstGeom>
          <a:gradFill>
            <a:gsLst>
              <a:gs pos="0">
                <a:schemeClr val="dk1"/>
              </a:gs>
              <a:gs pos="50000">
                <a:schemeClr val="folHlink"/>
              </a:gs>
              <a:gs pos="100000">
                <a:schemeClr val="dk1"/>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400" u="none" cap="none" strike="noStrike">
              <a:solidFill>
                <a:schemeClr val="lt1"/>
              </a:solidFill>
              <a:latin typeface="Times New Roman"/>
              <a:ea typeface="Times New Roman"/>
              <a:cs typeface="Times New Roman"/>
              <a:sym typeface="Times New Roman"/>
            </a:endParaRPr>
          </a:p>
        </p:txBody>
      </p:sp>
      <p:sp>
        <p:nvSpPr>
          <p:cNvPr id="42" name="Google Shape;42;p41"/>
          <p:cNvSpPr txBox="1"/>
          <p:nvPr>
            <p:ph type="ctrTitle"/>
          </p:nvPr>
        </p:nvSpPr>
        <p:spPr>
          <a:xfrm>
            <a:off x="762000" y="457200"/>
            <a:ext cx="7772400" cy="91440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41"/>
          <p:cNvSpPr txBox="1"/>
          <p:nvPr>
            <p:ph idx="1" type="subTitle"/>
          </p:nvPr>
        </p:nvSpPr>
        <p:spPr>
          <a:xfrm>
            <a:off x="838200" y="1981200"/>
            <a:ext cx="7543800" cy="3962400"/>
          </a:xfrm>
          <a:prstGeom prst="rect">
            <a:avLst/>
          </a:prstGeom>
          <a:noFill/>
          <a:ln>
            <a:noFill/>
          </a:ln>
        </p:spPr>
        <p:txBody>
          <a:bodyPr anchorCtr="0" anchor="t" bIns="45700" lIns="91425" spcFirstLastPara="1" rIns="91425" wrap="square" tIns="45700">
            <a:noAutofit/>
          </a:bodyPr>
          <a:lstStyle>
            <a:lvl1pPr lvl="0" algn="ctr">
              <a:spcBef>
                <a:spcPts val="480"/>
              </a:spcBef>
              <a:spcAft>
                <a:spcPts val="0"/>
              </a:spcAft>
              <a:buSzPts val="1800"/>
              <a:buFont typeface="Arial"/>
              <a:buNone/>
              <a:defRPr/>
            </a:lvl1pPr>
            <a:lvl2pPr lvl="1" algn="l">
              <a:spcBef>
                <a:spcPts val="360"/>
              </a:spcBef>
              <a:spcAft>
                <a:spcPts val="0"/>
              </a:spcAft>
              <a:buSzPts val="1800"/>
              <a:buChar char="•"/>
              <a:defRPr/>
            </a:lvl2pPr>
            <a:lvl3pPr lvl="2" algn="l">
              <a:spcBef>
                <a:spcPts val="360"/>
              </a:spcBef>
              <a:spcAft>
                <a:spcPts val="0"/>
              </a:spcAft>
              <a:buSzPts val="1800"/>
              <a:buChar char="–"/>
              <a:defRPr/>
            </a:lvl3pPr>
            <a:lvl4pPr lvl="3" algn="l">
              <a:spcBef>
                <a:spcPts val="360"/>
              </a:spcBef>
              <a:spcAft>
                <a:spcPts val="0"/>
              </a:spcAft>
              <a:buSzPts val="1800"/>
              <a:buChar char="–"/>
              <a:defRPr/>
            </a:lvl4pPr>
            <a:lvl5pPr lvl="4" algn="l">
              <a:spcBef>
                <a:spcPts val="360"/>
              </a:spcBef>
              <a:spcAft>
                <a:spcPts val="0"/>
              </a:spcAft>
              <a:buSzPts val="1800"/>
              <a:buChar char="»"/>
              <a:defRPr/>
            </a:lvl5pPr>
            <a:lvl6pPr lvl="5" algn="l">
              <a:spcBef>
                <a:spcPts val="360"/>
              </a:spcBef>
              <a:spcAft>
                <a:spcPts val="0"/>
              </a:spcAft>
              <a:buSzPts val="1800"/>
              <a:buChar char="»"/>
              <a:defRPr/>
            </a:lvl6pPr>
            <a:lvl7pPr lvl="6" algn="l">
              <a:spcBef>
                <a:spcPts val="360"/>
              </a:spcBef>
              <a:spcAft>
                <a:spcPts val="0"/>
              </a:spcAft>
              <a:buSzPts val="1800"/>
              <a:buChar char="»"/>
              <a:defRPr/>
            </a:lvl7pPr>
            <a:lvl8pPr lvl="7" algn="l">
              <a:spcBef>
                <a:spcPts val="360"/>
              </a:spcBef>
              <a:spcAft>
                <a:spcPts val="0"/>
              </a:spcAft>
              <a:buSzPts val="1800"/>
              <a:buChar char="»"/>
              <a:defRPr/>
            </a:lvl8pPr>
            <a:lvl9pPr lvl="8" algn="l">
              <a:spcBef>
                <a:spcPts val="360"/>
              </a:spcBef>
              <a:spcAft>
                <a:spcPts val="0"/>
              </a:spcAft>
              <a:buSzPts val="1800"/>
              <a:buChar char="»"/>
              <a:defRPr/>
            </a:lvl9pPr>
          </a:lstStyle>
          <a:p/>
        </p:txBody>
      </p:sp>
      <p:sp>
        <p:nvSpPr>
          <p:cNvPr id="44" name="Google Shape;44;p41"/>
          <p:cNvSpPr txBox="1"/>
          <p:nvPr>
            <p:ph idx="10" type="dt"/>
          </p:nvPr>
        </p:nvSpPr>
        <p:spPr>
          <a:xfrm>
            <a:off x="1295400" y="6248400"/>
            <a:ext cx="1905000" cy="457200"/>
          </a:xfrm>
          <a:prstGeom prst="rect">
            <a:avLst/>
          </a:prstGeom>
          <a:noFill/>
          <a:ln>
            <a:noFill/>
          </a:ln>
        </p:spPr>
        <p:txBody>
          <a:bodyPr anchorCtr="0" anchor="t" bIns="45700" lIns="91425" spcFirstLastPara="1" rIns="91425" wrap="square" tIns="45700">
            <a:noAutofit/>
          </a:bodyPr>
          <a:lstStyle>
            <a:lvl1pPr lvl="0" algn="l">
              <a:spcBef>
                <a:spcPts val="700"/>
              </a:spcBef>
              <a:spcAft>
                <a:spcPts val="0"/>
              </a:spcAft>
              <a:buSzPts val="1400"/>
              <a:buNone/>
              <a:defRPr>
                <a:solidFill>
                  <a:srgbClr val="FFFFFF"/>
                </a:solidFill>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41"/>
          <p:cNvSpPr txBox="1"/>
          <p:nvPr>
            <p:ph idx="11" type="ftr"/>
          </p:nvPr>
        </p:nvSpPr>
        <p:spPr>
          <a:xfrm>
            <a:off x="3733800" y="6248400"/>
            <a:ext cx="2895600" cy="457200"/>
          </a:xfrm>
          <a:prstGeom prst="rect">
            <a:avLst/>
          </a:prstGeom>
          <a:noFill/>
          <a:ln>
            <a:noFill/>
          </a:ln>
        </p:spPr>
        <p:txBody>
          <a:bodyPr anchorCtr="0" anchor="t" bIns="45700" lIns="91425" spcFirstLastPara="1" rIns="91425" wrap="square" tIns="45700">
            <a:noAutofit/>
          </a:bodyPr>
          <a:lstStyle>
            <a:lvl1pPr lvl="0" algn="ctr">
              <a:spcBef>
                <a:spcPts val="700"/>
              </a:spcBef>
              <a:spcAft>
                <a:spcPts val="0"/>
              </a:spcAft>
              <a:buSzPts val="1400"/>
              <a:buNone/>
              <a:defRPr>
                <a:solidFill>
                  <a:srgbClr val="FFFFFF"/>
                </a:solidFill>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41"/>
          <p:cNvSpPr txBox="1"/>
          <p:nvPr>
            <p:ph idx="12" type="sldNum"/>
          </p:nvPr>
        </p:nvSpPr>
        <p:spPr>
          <a:xfrm>
            <a:off x="7162800" y="6248400"/>
            <a:ext cx="1905000" cy="45720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b="0" i="0" sz="1400" u="none" cap="none" strike="noStrike">
                <a:solidFill>
                  <a:srgbClr val="FFFFFF"/>
                </a:solidFill>
                <a:latin typeface="Arial Narrow"/>
                <a:ea typeface="Arial Narrow"/>
                <a:cs typeface="Arial Narrow"/>
                <a:sym typeface="Arial Narrow"/>
              </a:defRPr>
            </a:lvl1pPr>
            <a:lvl2pPr indent="0" lvl="1" marL="0" marR="0" algn="r">
              <a:spcBef>
                <a:spcPts val="0"/>
              </a:spcBef>
              <a:spcAft>
                <a:spcPts val="0"/>
              </a:spcAft>
              <a:buNone/>
              <a:defRPr b="0" i="0" sz="1400" u="none" cap="none" strike="noStrike">
                <a:solidFill>
                  <a:srgbClr val="FFFFFF"/>
                </a:solidFill>
                <a:latin typeface="Arial Narrow"/>
                <a:ea typeface="Arial Narrow"/>
                <a:cs typeface="Arial Narrow"/>
                <a:sym typeface="Arial Narrow"/>
              </a:defRPr>
            </a:lvl2pPr>
            <a:lvl3pPr indent="0" lvl="2" marL="0" marR="0" algn="r">
              <a:spcBef>
                <a:spcPts val="0"/>
              </a:spcBef>
              <a:spcAft>
                <a:spcPts val="0"/>
              </a:spcAft>
              <a:buNone/>
              <a:defRPr b="0" i="0" sz="1400" u="none" cap="none" strike="noStrike">
                <a:solidFill>
                  <a:srgbClr val="FFFFFF"/>
                </a:solidFill>
                <a:latin typeface="Arial Narrow"/>
                <a:ea typeface="Arial Narrow"/>
                <a:cs typeface="Arial Narrow"/>
                <a:sym typeface="Arial Narrow"/>
              </a:defRPr>
            </a:lvl3pPr>
            <a:lvl4pPr indent="0" lvl="3" marL="0" marR="0" algn="r">
              <a:spcBef>
                <a:spcPts val="0"/>
              </a:spcBef>
              <a:spcAft>
                <a:spcPts val="0"/>
              </a:spcAft>
              <a:buNone/>
              <a:defRPr b="0" i="0" sz="1400" u="none" cap="none" strike="noStrike">
                <a:solidFill>
                  <a:srgbClr val="FFFFFF"/>
                </a:solidFill>
                <a:latin typeface="Arial Narrow"/>
                <a:ea typeface="Arial Narrow"/>
                <a:cs typeface="Arial Narrow"/>
                <a:sym typeface="Arial Narrow"/>
              </a:defRPr>
            </a:lvl4pPr>
            <a:lvl5pPr indent="0" lvl="4" marL="0" marR="0" algn="r">
              <a:spcBef>
                <a:spcPts val="0"/>
              </a:spcBef>
              <a:spcAft>
                <a:spcPts val="0"/>
              </a:spcAft>
              <a:buNone/>
              <a:defRPr b="0" i="0" sz="1400" u="none" cap="none" strike="noStrike">
                <a:solidFill>
                  <a:srgbClr val="FFFFFF"/>
                </a:solidFill>
                <a:latin typeface="Arial Narrow"/>
                <a:ea typeface="Arial Narrow"/>
                <a:cs typeface="Arial Narrow"/>
                <a:sym typeface="Arial Narrow"/>
              </a:defRPr>
            </a:lvl5pPr>
            <a:lvl6pPr indent="0" lvl="5" marL="0" marR="0" algn="r">
              <a:spcBef>
                <a:spcPts val="0"/>
              </a:spcBef>
              <a:spcAft>
                <a:spcPts val="0"/>
              </a:spcAft>
              <a:buNone/>
              <a:defRPr b="0" i="0" sz="1400" u="none" cap="none" strike="noStrike">
                <a:solidFill>
                  <a:srgbClr val="FFFFFF"/>
                </a:solidFill>
                <a:latin typeface="Arial Narrow"/>
                <a:ea typeface="Arial Narrow"/>
                <a:cs typeface="Arial Narrow"/>
                <a:sym typeface="Arial Narrow"/>
              </a:defRPr>
            </a:lvl6pPr>
            <a:lvl7pPr indent="0" lvl="6" marL="0" marR="0" algn="r">
              <a:spcBef>
                <a:spcPts val="0"/>
              </a:spcBef>
              <a:spcAft>
                <a:spcPts val="0"/>
              </a:spcAft>
              <a:buNone/>
              <a:defRPr b="0" i="0" sz="1400" u="none" cap="none" strike="noStrike">
                <a:solidFill>
                  <a:srgbClr val="FFFFFF"/>
                </a:solidFill>
                <a:latin typeface="Arial Narrow"/>
                <a:ea typeface="Arial Narrow"/>
                <a:cs typeface="Arial Narrow"/>
                <a:sym typeface="Arial Narrow"/>
              </a:defRPr>
            </a:lvl7pPr>
            <a:lvl8pPr indent="0" lvl="7" marL="0" marR="0" algn="r">
              <a:spcBef>
                <a:spcPts val="0"/>
              </a:spcBef>
              <a:spcAft>
                <a:spcPts val="0"/>
              </a:spcAft>
              <a:buNone/>
              <a:defRPr b="0" i="0" sz="1400" u="none" cap="none" strike="noStrike">
                <a:solidFill>
                  <a:srgbClr val="FFFFFF"/>
                </a:solidFill>
                <a:latin typeface="Arial Narrow"/>
                <a:ea typeface="Arial Narrow"/>
                <a:cs typeface="Arial Narrow"/>
                <a:sym typeface="Arial Narrow"/>
              </a:defRPr>
            </a:lvl8pPr>
            <a:lvl9pPr indent="0" lvl="8" marL="0" marR="0" algn="r">
              <a:spcBef>
                <a:spcPts val="0"/>
              </a:spcBef>
              <a:spcAft>
                <a:spcPts val="0"/>
              </a:spcAft>
              <a:buNone/>
              <a:defRPr b="0" i="0" sz="1400" u="none" cap="none" strike="noStrike">
                <a:solidFill>
                  <a:srgbClr val="FFFFFF"/>
                </a:solidFill>
                <a:latin typeface="Arial Narrow"/>
                <a:ea typeface="Arial Narrow"/>
                <a:cs typeface="Arial Narrow"/>
                <a:sym typeface="Arial Narrow"/>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 presetSubtype="4">
                                  <p:stCondLst>
                                    <p:cond delay="0"/>
                                  </p:stCondLst>
                                  <p:childTnLst>
                                    <p:set>
                                      <p:cBhvr>
                                        <p:cTn dur="1" fill="hold">
                                          <p:stCondLst>
                                            <p:cond delay="0"/>
                                          </p:stCondLst>
                                        </p:cTn>
                                        <p:tgtEl>
                                          <p:spTgt spid="40"/>
                                        </p:tgtEl>
                                        <p:attrNameLst>
                                          <p:attrName>style.visibility</p:attrName>
                                        </p:attrNameLst>
                                      </p:cBhvr>
                                      <p:to>
                                        <p:strVal val="visible"/>
                                      </p:to>
                                    </p:set>
                                    <p:anim calcmode="lin" valueType="num">
                                      <p:cBhvr additive="base">
                                        <p:cTn dur="500"/>
                                        <p:tgtEl>
                                          <p:spTgt spid="40"/>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47" name="Shape 47"/>
        <p:cNvGrpSpPr/>
        <p:nvPr/>
      </p:nvGrpSpPr>
      <p:grpSpPr>
        <a:xfrm>
          <a:off x="0" y="0"/>
          <a:ext cx="0" cy="0"/>
          <a:chOff x="0" y="0"/>
          <a:chExt cx="0" cy="0"/>
        </a:xfrm>
      </p:grpSpPr>
      <p:sp>
        <p:nvSpPr>
          <p:cNvPr id="48" name="Google Shape;48;p42"/>
          <p:cNvSpPr txBox="1"/>
          <p:nvPr>
            <p:ph type="title"/>
          </p:nvPr>
        </p:nvSpPr>
        <p:spPr>
          <a:xfrm>
            <a:off x="611188" y="198438"/>
            <a:ext cx="7588250" cy="6858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42"/>
          <p:cNvSpPr txBox="1"/>
          <p:nvPr>
            <p:ph idx="1" type="body"/>
          </p:nvPr>
        </p:nvSpPr>
        <p:spPr>
          <a:xfrm>
            <a:off x="609600" y="1266825"/>
            <a:ext cx="8305800" cy="4905375"/>
          </a:xfrm>
          <a:prstGeom prst="rect">
            <a:avLst/>
          </a:prstGeom>
          <a:noFill/>
          <a:ln>
            <a:noFill/>
          </a:ln>
        </p:spPr>
        <p:txBody>
          <a:bodyPr anchorCtr="0" anchor="t" bIns="45700" lIns="91425" spcFirstLastPara="1" rIns="91425" wrap="square" tIns="45700">
            <a:noAutofit/>
          </a:bodyPr>
          <a:lstStyle>
            <a:lvl1pPr indent="-314325" lvl="0" marL="457200" algn="l">
              <a:spcBef>
                <a:spcPts val="360"/>
              </a:spcBef>
              <a:spcAft>
                <a:spcPts val="0"/>
              </a:spcAft>
              <a:buSzPts val="1350"/>
              <a:buChar char="●"/>
              <a:defRPr/>
            </a:lvl1pPr>
            <a:lvl2pPr indent="-342900" lvl="1" marL="914400" algn="l">
              <a:spcBef>
                <a:spcPts val="360"/>
              </a:spcBef>
              <a:spcAft>
                <a:spcPts val="0"/>
              </a:spcAft>
              <a:buSzPts val="1800"/>
              <a:buChar char="•"/>
              <a:defRPr/>
            </a:lvl2pPr>
            <a:lvl3pPr indent="-342900" lvl="2" marL="1371600" algn="l">
              <a:spcBef>
                <a:spcPts val="360"/>
              </a:spcBef>
              <a:spcAft>
                <a:spcPts val="0"/>
              </a:spcAft>
              <a:buSzPts val="180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50" name="Google Shape;50;p42"/>
          <p:cNvSpPr txBox="1"/>
          <p:nvPr>
            <p:ph idx="10" type="dt"/>
          </p:nvPr>
        </p:nvSpPr>
        <p:spPr>
          <a:xfrm>
            <a:off x="1225550" y="6248400"/>
            <a:ext cx="1905000" cy="457200"/>
          </a:xfrm>
          <a:prstGeom prst="rect">
            <a:avLst/>
          </a:prstGeom>
          <a:noFill/>
          <a:ln>
            <a:noFill/>
          </a:ln>
        </p:spPr>
        <p:txBody>
          <a:bodyPr anchorCtr="0" anchor="t" bIns="45700" lIns="91425" spcFirstLastPara="1" rIns="91425" wrap="square" tIns="45700">
            <a:noAutofit/>
          </a:bodyPr>
          <a:lstStyle>
            <a:lvl1pPr lvl="0" algn="l">
              <a:spcBef>
                <a:spcPts val="70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42"/>
          <p:cNvSpPr txBox="1"/>
          <p:nvPr>
            <p:ph idx="11" type="ftr"/>
          </p:nvPr>
        </p:nvSpPr>
        <p:spPr>
          <a:xfrm>
            <a:off x="3663950" y="6248400"/>
            <a:ext cx="2895600" cy="457200"/>
          </a:xfrm>
          <a:prstGeom prst="rect">
            <a:avLst/>
          </a:prstGeom>
          <a:noFill/>
          <a:ln>
            <a:noFill/>
          </a:ln>
        </p:spPr>
        <p:txBody>
          <a:bodyPr anchorCtr="0" anchor="t" bIns="45700" lIns="91425" spcFirstLastPara="1" rIns="91425" wrap="square" tIns="45700">
            <a:noAutofit/>
          </a:bodyPr>
          <a:lstStyle>
            <a:lvl1pPr lvl="0" algn="ctr">
              <a:spcBef>
                <a:spcPts val="70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42"/>
          <p:cNvSpPr txBox="1"/>
          <p:nvPr>
            <p:ph idx="12" type="sldNum"/>
          </p:nvPr>
        </p:nvSpPr>
        <p:spPr>
          <a:xfrm>
            <a:off x="7092950" y="6248400"/>
            <a:ext cx="1905000" cy="45720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b="0" i="0" sz="1400" u="none" cap="none" strike="noStrike">
                <a:solidFill>
                  <a:schemeClr val="lt1"/>
                </a:solidFill>
                <a:latin typeface="Arial Narrow"/>
                <a:ea typeface="Arial Narrow"/>
                <a:cs typeface="Arial Narrow"/>
                <a:sym typeface="Arial Narrow"/>
              </a:defRPr>
            </a:lvl1pPr>
            <a:lvl2pPr indent="0" lvl="1" marL="0" marR="0" algn="r">
              <a:spcBef>
                <a:spcPts val="0"/>
              </a:spcBef>
              <a:spcAft>
                <a:spcPts val="0"/>
              </a:spcAft>
              <a:buNone/>
              <a:defRPr b="0" i="0" sz="1400" u="none" cap="none" strike="noStrike">
                <a:solidFill>
                  <a:schemeClr val="lt1"/>
                </a:solidFill>
                <a:latin typeface="Arial Narrow"/>
                <a:ea typeface="Arial Narrow"/>
                <a:cs typeface="Arial Narrow"/>
                <a:sym typeface="Arial Narrow"/>
              </a:defRPr>
            </a:lvl2pPr>
            <a:lvl3pPr indent="0" lvl="2" marL="0" marR="0" algn="r">
              <a:spcBef>
                <a:spcPts val="0"/>
              </a:spcBef>
              <a:spcAft>
                <a:spcPts val="0"/>
              </a:spcAft>
              <a:buNone/>
              <a:defRPr b="0" i="0" sz="1400" u="none" cap="none" strike="noStrike">
                <a:solidFill>
                  <a:schemeClr val="lt1"/>
                </a:solidFill>
                <a:latin typeface="Arial Narrow"/>
                <a:ea typeface="Arial Narrow"/>
                <a:cs typeface="Arial Narrow"/>
                <a:sym typeface="Arial Narrow"/>
              </a:defRPr>
            </a:lvl3pPr>
            <a:lvl4pPr indent="0" lvl="3" marL="0" marR="0" algn="r">
              <a:spcBef>
                <a:spcPts val="0"/>
              </a:spcBef>
              <a:spcAft>
                <a:spcPts val="0"/>
              </a:spcAft>
              <a:buNone/>
              <a:defRPr b="0" i="0" sz="1400" u="none" cap="none" strike="noStrike">
                <a:solidFill>
                  <a:schemeClr val="lt1"/>
                </a:solidFill>
                <a:latin typeface="Arial Narrow"/>
                <a:ea typeface="Arial Narrow"/>
                <a:cs typeface="Arial Narrow"/>
                <a:sym typeface="Arial Narrow"/>
              </a:defRPr>
            </a:lvl4pPr>
            <a:lvl5pPr indent="0" lvl="4" marL="0" marR="0" algn="r">
              <a:spcBef>
                <a:spcPts val="0"/>
              </a:spcBef>
              <a:spcAft>
                <a:spcPts val="0"/>
              </a:spcAft>
              <a:buNone/>
              <a:defRPr b="0" i="0" sz="1400" u="none" cap="none" strike="noStrike">
                <a:solidFill>
                  <a:schemeClr val="lt1"/>
                </a:solidFill>
                <a:latin typeface="Arial Narrow"/>
                <a:ea typeface="Arial Narrow"/>
                <a:cs typeface="Arial Narrow"/>
                <a:sym typeface="Arial Narrow"/>
              </a:defRPr>
            </a:lvl5pPr>
            <a:lvl6pPr indent="0" lvl="5" marL="0" marR="0" algn="r">
              <a:spcBef>
                <a:spcPts val="0"/>
              </a:spcBef>
              <a:spcAft>
                <a:spcPts val="0"/>
              </a:spcAft>
              <a:buNone/>
              <a:defRPr b="0" i="0" sz="1400" u="none" cap="none" strike="noStrike">
                <a:solidFill>
                  <a:schemeClr val="lt1"/>
                </a:solidFill>
                <a:latin typeface="Arial Narrow"/>
                <a:ea typeface="Arial Narrow"/>
                <a:cs typeface="Arial Narrow"/>
                <a:sym typeface="Arial Narrow"/>
              </a:defRPr>
            </a:lvl6pPr>
            <a:lvl7pPr indent="0" lvl="6" marL="0" marR="0" algn="r">
              <a:spcBef>
                <a:spcPts val="0"/>
              </a:spcBef>
              <a:spcAft>
                <a:spcPts val="0"/>
              </a:spcAft>
              <a:buNone/>
              <a:defRPr b="0" i="0" sz="1400" u="none" cap="none" strike="noStrike">
                <a:solidFill>
                  <a:schemeClr val="lt1"/>
                </a:solidFill>
                <a:latin typeface="Arial Narrow"/>
                <a:ea typeface="Arial Narrow"/>
                <a:cs typeface="Arial Narrow"/>
                <a:sym typeface="Arial Narrow"/>
              </a:defRPr>
            </a:lvl7pPr>
            <a:lvl8pPr indent="0" lvl="7" marL="0" marR="0" algn="r">
              <a:spcBef>
                <a:spcPts val="0"/>
              </a:spcBef>
              <a:spcAft>
                <a:spcPts val="0"/>
              </a:spcAft>
              <a:buNone/>
              <a:defRPr b="0" i="0" sz="1400" u="none" cap="none" strike="noStrike">
                <a:solidFill>
                  <a:schemeClr val="lt1"/>
                </a:solidFill>
                <a:latin typeface="Arial Narrow"/>
                <a:ea typeface="Arial Narrow"/>
                <a:cs typeface="Arial Narrow"/>
                <a:sym typeface="Arial Narrow"/>
              </a:defRPr>
            </a:lvl8pPr>
            <a:lvl9pPr indent="0" lvl="8" marL="0" marR="0" algn="r">
              <a:spcBef>
                <a:spcPts val="0"/>
              </a:spcBef>
              <a:spcAft>
                <a:spcPts val="0"/>
              </a:spcAft>
              <a:buNone/>
              <a:defRPr b="0" i="0" sz="1400" u="none" cap="none" strike="noStrike">
                <a:solidFill>
                  <a:schemeClr val="lt1"/>
                </a:solidFill>
                <a:latin typeface="Arial Narrow"/>
                <a:ea typeface="Arial Narrow"/>
                <a:cs typeface="Arial Narrow"/>
                <a:sym typeface="Arial Narrow"/>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53" name="Shape 53"/>
        <p:cNvGrpSpPr/>
        <p:nvPr/>
      </p:nvGrpSpPr>
      <p:grpSpPr>
        <a:xfrm>
          <a:off x="0" y="0"/>
          <a:ext cx="0" cy="0"/>
          <a:chOff x="0" y="0"/>
          <a:chExt cx="0" cy="0"/>
        </a:xfrm>
      </p:grpSpPr>
      <p:sp>
        <p:nvSpPr>
          <p:cNvPr id="54" name="Google Shape;54;p43"/>
          <p:cNvSpPr txBox="1"/>
          <p:nvPr>
            <p:ph type="title"/>
          </p:nvPr>
        </p:nvSpPr>
        <p:spPr>
          <a:xfrm>
            <a:off x="611188" y="198438"/>
            <a:ext cx="7588250" cy="6858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43"/>
          <p:cNvSpPr txBox="1"/>
          <p:nvPr>
            <p:ph idx="1" type="body"/>
          </p:nvPr>
        </p:nvSpPr>
        <p:spPr>
          <a:xfrm>
            <a:off x="609600" y="1266825"/>
            <a:ext cx="4076700" cy="4905375"/>
          </a:xfrm>
          <a:prstGeom prst="rect">
            <a:avLst/>
          </a:prstGeom>
          <a:noFill/>
          <a:ln>
            <a:noFill/>
          </a:ln>
        </p:spPr>
        <p:txBody>
          <a:bodyPr anchorCtr="0" anchor="t" bIns="45700" lIns="91425" spcFirstLastPara="1" rIns="91425" wrap="square" tIns="45700">
            <a:noAutofit/>
          </a:bodyPr>
          <a:lstStyle>
            <a:lvl1pPr indent="-314325" lvl="0" marL="457200" algn="l">
              <a:spcBef>
                <a:spcPts val="360"/>
              </a:spcBef>
              <a:spcAft>
                <a:spcPts val="0"/>
              </a:spcAft>
              <a:buSzPts val="1350"/>
              <a:buChar char="●"/>
              <a:defRPr/>
            </a:lvl1pPr>
            <a:lvl2pPr indent="-342900" lvl="1" marL="914400" algn="l">
              <a:spcBef>
                <a:spcPts val="360"/>
              </a:spcBef>
              <a:spcAft>
                <a:spcPts val="0"/>
              </a:spcAft>
              <a:buSzPts val="1800"/>
              <a:buChar char="•"/>
              <a:defRPr/>
            </a:lvl2pPr>
            <a:lvl3pPr indent="-342900" lvl="2" marL="1371600" algn="l">
              <a:spcBef>
                <a:spcPts val="360"/>
              </a:spcBef>
              <a:spcAft>
                <a:spcPts val="0"/>
              </a:spcAft>
              <a:buSzPts val="180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56" name="Google Shape;56;p43"/>
          <p:cNvSpPr txBox="1"/>
          <p:nvPr>
            <p:ph idx="2" type="body"/>
          </p:nvPr>
        </p:nvSpPr>
        <p:spPr>
          <a:xfrm>
            <a:off x="4838700" y="1266825"/>
            <a:ext cx="4076700" cy="2376488"/>
          </a:xfrm>
          <a:prstGeom prst="rect">
            <a:avLst/>
          </a:prstGeom>
          <a:noFill/>
          <a:ln>
            <a:noFill/>
          </a:ln>
        </p:spPr>
        <p:txBody>
          <a:bodyPr anchorCtr="0" anchor="t" bIns="45700" lIns="91425" spcFirstLastPara="1" rIns="91425" wrap="square" tIns="45700">
            <a:noAutofit/>
          </a:bodyPr>
          <a:lstStyle>
            <a:lvl1pPr indent="-314325" lvl="0" marL="457200" algn="l">
              <a:spcBef>
                <a:spcPts val="360"/>
              </a:spcBef>
              <a:spcAft>
                <a:spcPts val="0"/>
              </a:spcAft>
              <a:buSzPts val="1350"/>
              <a:buChar char="●"/>
              <a:defRPr/>
            </a:lvl1pPr>
            <a:lvl2pPr indent="-342900" lvl="1" marL="914400" algn="l">
              <a:spcBef>
                <a:spcPts val="360"/>
              </a:spcBef>
              <a:spcAft>
                <a:spcPts val="0"/>
              </a:spcAft>
              <a:buSzPts val="1800"/>
              <a:buChar char="•"/>
              <a:defRPr/>
            </a:lvl2pPr>
            <a:lvl3pPr indent="-342900" lvl="2" marL="1371600" algn="l">
              <a:spcBef>
                <a:spcPts val="360"/>
              </a:spcBef>
              <a:spcAft>
                <a:spcPts val="0"/>
              </a:spcAft>
              <a:buSzPts val="180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57" name="Google Shape;57;p43"/>
          <p:cNvSpPr txBox="1"/>
          <p:nvPr>
            <p:ph idx="3" type="body"/>
          </p:nvPr>
        </p:nvSpPr>
        <p:spPr>
          <a:xfrm>
            <a:off x="4838700" y="3795713"/>
            <a:ext cx="4076700" cy="2376487"/>
          </a:xfrm>
          <a:prstGeom prst="rect">
            <a:avLst/>
          </a:prstGeom>
          <a:noFill/>
          <a:ln>
            <a:noFill/>
          </a:ln>
        </p:spPr>
        <p:txBody>
          <a:bodyPr anchorCtr="0" anchor="t" bIns="45700" lIns="91425" spcFirstLastPara="1" rIns="91425" wrap="square" tIns="45700">
            <a:noAutofit/>
          </a:bodyPr>
          <a:lstStyle>
            <a:lvl1pPr indent="-314325" lvl="0" marL="457200" algn="l">
              <a:spcBef>
                <a:spcPts val="360"/>
              </a:spcBef>
              <a:spcAft>
                <a:spcPts val="0"/>
              </a:spcAft>
              <a:buSzPts val="1350"/>
              <a:buChar char="●"/>
              <a:defRPr/>
            </a:lvl1pPr>
            <a:lvl2pPr indent="-342900" lvl="1" marL="914400" algn="l">
              <a:spcBef>
                <a:spcPts val="360"/>
              </a:spcBef>
              <a:spcAft>
                <a:spcPts val="0"/>
              </a:spcAft>
              <a:buSzPts val="1800"/>
              <a:buChar char="•"/>
              <a:defRPr/>
            </a:lvl2pPr>
            <a:lvl3pPr indent="-342900" lvl="2" marL="1371600" algn="l">
              <a:spcBef>
                <a:spcPts val="360"/>
              </a:spcBef>
              <a:spcAft>
                <a:spcPts val="0"/>
              </a:spcAft>
              <a:buSzPts val="180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58" name="Google Shape;58;p43"/>
          <p:cNvSpPr txBox="1"/>
          <p:nvPr>
            <p:ph idx="10" type="dt"/>
          </p:nvPr>
        </p:nvSpPr>
        <p:spPr>
          <a:xfrm>
            <a:off x="1225550" y="6248400"/>
            <a:ext cx="1905000" cy="457200"/>
          </a:xfrm>
          <a:prstGeom prst="rect">
            <a:avLst/>
          </a:prstGeom>
          <a:noFill/>
          <a:ln>
            <a:noFill/>
          </a:ln>
        </p:spPr>
        <p:txBody>
          <a:bodyPr anchorCtr="0" anchor="t" bIns="45700" lIns="91425" spcFirstLastPara="1" rIns="91425" wrap="square" tIns="45700">
            <a:noAutofit/>
          </a:bodyPr>
          <a:lstStyle>
            <a:lvl1pPr lvl="0" algn="l">
              <a:spcBef>
                <a:spcPts val="70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43"/>
          <p:cNvSpPr txBox="1"/>
          <p:nvPr>
            <p:ph idx="11" type="ftr"/>
          </p:nvPr>
        </p:nvSpPr>
        <p:spPr>
          <a:xfrm>
            <a:off x="3663950" y="6248400"/>
            <a:ext cx="2895600" cy="457200"/>
          </a:xfrm>
          <a:prstGeom prst="rect">
            <a:avLst/>
          </a:prstGeom>
          <a:noFill/>
          <a:ln>
            <a:noFill/>
          </a:ln>
        </p:spPr>
        <p:txBody>
          <a:bodyPr anchorCtr="0" anchor="t" bIns="45700" lIns="91425" spcFirstLastPara="1" rIns="91425" wrap="square" tIns="45700">
            <a:noAutofit/>
          </a:bodyPr>
          <a:lstStyle>
            <a:lvl1pPr lvl="0" algn="ctr">
              <a:spcBef>
                <a:spcPts val="70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43"/>
          <p:cNvSpPr txBox="1"/>
          <p:nvPr>
            <p:ph idx="12" type="sldNum"/>
          </p:nvPr>
        </p:nvSpPr>
        <p:spPr>
          <a:xfrm>
            <a:off x="7092950" y="6248400"/>
            <a:ext cx="1905000" cy="45720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b="0" i="0" sz="1400" u="none" cap="none" strike="noStrike">
                <a:solidFill>
                  <a:schemeClr val="lt1"/>
                </a:solidFill>
                <a:latin typeface="Arial Narrow"/>
                <a:ea typeface="Arial Narrow"/>
                <a:cs typeface="Arial Narrow"/>
                <a:sym typeface="Arial Narrow"/>
              </a:defRPr>
            </a:lvl1pPr>
            <a:lvl2pPr indent="0" lvl="1" marL="0" marR="0" algn="r">
              <a:spcBef>
                <a:spcPts val="0"/>
              </a:spcBef>
              <a:spcAft>
                <a:spcPts val="0"/>
              </a:spcAft>
              <a:buNone/>
              <a:defRPr b="0" i="0" sz="1400" u="none" cap="none" strike="noStrike">
                <a:solidFill>
                  <a:schemeClr val="lt1"/>
                </a:solidFill>
                <a:latin typeface="Arial Narrow"/>
                <a:ea typeface="Arial Narrow"/>
                <a:cs typeface="Arial Narrow"/>
                <a:sym typeface="Arial Narrow"/>
              </a:defRPr>
            </a:lvl2pPr>
            <a:lvl3pPr indent="0" lvl="2" marL="0" marR="0" algn="r">
              <a:spcBef>
                <a:spcPts val="0"/>
              </a:spcBef>
              <a:spcAft>
                <a:spcPts val="0"/>
              </a:spcAft>
              <a:buNone/>
              <a:defRPr b="0" i="0" sz="1400" u="none" cap="none" strike="noStrike">
                <a:solidFill>
                  <a:schemeClr val="lt1"/>
                </a:solidFill>
                <a:latin typeface="Arial Narrow"/>
                <a:ea typeface="Arial Narrow"/>
                <a:cs typeface="Arial Narrow"/>
                <a:sym typeface="Arial Narrow"/>
              </a:defRPr>
            </a:lvl3pPr>
            <a:lvl4pPr indent="0" lvl="3" marL="0" marR="0" algn="r">
              <a:spcBef>
                <a:spcPts val="0"/>
              </a:spcBef>
              <a:spcAft>
                <a:spcPts val="0"/>
              </a:spcAft>
              <a:buNone/>
              <a:defRPr b="0" i="0" sz="1400" u="none" cap="none" strike="noStrike">
                <a:solidFill>
                  <a:schemeClr val="lt1"/>
                </a:solidFill>
                <a:latin typeface="Arial Narrow"/>
                <a:ea typeface="Arial Narrow"/>
                <a:cs typeface="Arial Narrow"/>
                <a:sym typeface="Arial Narrow"/>
              </a:defRPr>
            </a:lvl4pPr>
            <a:lvl5pPr indent="0" lvl="4" marL="0" marR="0" algn="r">
              <a:spcBef>
                <a:spcPts val="0"/>
              </a:spcBef>
              <a:spcAft>
                <a:spcPts val="0"/>
              </a:spcAft>
              <a:buNone/>
              <a:defRPr b="0" i="0" sz="1400" u="none" cap="none" strike="noStrike">
                <a:solidFill>
                  <a:schemeClr val="lt1"/>
                </a:solidFill>
                <a:latin typeface="Arial Narrow"/>
                <a:ea typeface="Arial Narrow"/>
                <a:cs typeface="Arial Narrow"/>
                <a:sym typeface="Arial Narrow"/>
              </a:defRPr>
            </a:lvl5pPr>
            <a:lvl6pPr indent="0" lvl="5" marL="0" marR="0" algn="r">
              <a:spcBef>
                <a:spcPts val="0"/>
              </a:spcBef>
              <a:spcAft>
                <a:spcPts val="0"/>
              </a:spcAft>
              <a:buNone/>
              <a:defRPr b="0" i="0" sz="1400" u="none" cap="none" strike="noStrike">
                <a:solidFill>
                  <a:schemeClr val="lt1"/>
                </a:solidFill>
                <a:latin typeface="Arial Narrow"/>
                <a:ea typeface="Arial Narrow"/>
                <a:cs typeface="Arial Narrow"/>
                <a:sym typeface="Arial Narrow"/>
              </a:defRPr>
            </a:lvl6pPr>
            <a:lvl7pPr indent="0" lvl="6" marL="0" marR="0" algn="r">
              <a:spcBef>
                <a:spcPts val="0"/>
              </a:spcBef>
              <a:spcAft>
                <a:spcPts val="0"/>
              </a:spcAft>
              <a:buNone/>
              <a:defRPr b="0" i="0" sz="1400" u="none" cap="none" strike="noStrike">
                <a:solidFill>
                  <a:schemeClr val="lt1"/>
                </a:solidFill>
                <a:latin typeface="Arial Narrow"/>
                <a:ea typeface="Arial Narrow"/>
                <a:cs typeface="Arial Narrow"/>
                <a:sym typeface="Arial Narrow"/>
              </a:defRPr>
            </a:lvl7pPr>
            <a:lvl8pPr indent="0" lvl="7" marL="0" marR="0" algn="r">
              <a:spcBef>
                <a:spcPts val="0"/>
              </a:spcBef>
              <a:spcAft>
                <a:spcPts val="0"/>
              </a:spcAft>
              <a:buNone/>
              <a:defRPr b="0" i="0" sz="1400" u="none" cap="none" strike="noStrike">
                <a:solidFill>
                  <a:schemeClr val="lt1"/>
                </a:solidFill>
                <a:latin typeface="Arial Narrow"/>
                <a:ea typeface="Arial Narrow"/>
                <a:cs typeface="Arial Narrow"/>
                <a:sym typeface="Arial Narrow"/>
              </a:defRPr>
            </a:lvl8pPr>
            <a:lvl9pPr indent="0" lvl="8" marL="0" marR="0" algn="r">
              <a:spcBef>
                <a:spcPts val="0"/>
              </a:spcBef>
              <a:spcAft>
                <a:spcPts val="0"/>
              </a:spcAft>
              <a:buNone/>
              <a:defRPr b="0" i="0" sz="1400" u="none" cap="none" strike="noStrike">
                <a:solidFill>
                  <a:schemeClr val="lt1"/>
                </a:solidFill>
                <a:latin typeface="Arial Narrow"/>
                <a:ea typeface="Arial Narrow"/>
                <a:cs typeface="Arial Narrow"/>
                <a:sym typeface="Arial Narrow"/>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ext, and Content" type="txAndObj">
  <p:cSld name="TEXT_AND_OBJECT">
    <p:spTree>
      <p:nvGrpSpPr>
        <p:cNvPr id="61" name="Shape 61"/>
        <p:cNvGrpSpPr/>
        <p:nvPr/>
      </p:nvGrpSpPr>
      <p:grpSpPr>
        <a:xfrm>
          <a:off x="0" y="0"/>
          <a:ext cx="0" cy="0"/>
          <a:chOff x="0" y="0"/>
          <a:chExt cx="0" cy="0"/>
        </a:xfrm>
      </p:grpSpPr>
      <p:sp>
        <p:nvSpPr>
          <p:cNvPr id="62" name="Google Shape;62;p44"/>
          <p:cNvSpPr txBox="1"/>
          <p:nvPr>
            <p:ph type="title"/>
          </p:nvPr>
        </p:nvSpPr>
        <p:spPr>
          <a:xfrm>
            <a:off x="611188" y="198438"/>
            <a:ext cx="7588250" cy="6858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44"/>
          <p:cNvSpPr txBox="1"/>
          <p:nvPr>
            <p:ph idx="1" type="body"/>
          </p:nvPr>
        </p:nvSpPr>
        <p:spPr>
          <a:xfrm>
            <a:off x="609600" y="1266825"/>
            <a:ext cx="4076700" cy="4905375"/>
          </a:xfrm>
          <a:prstGeom prst="rect">
            <a:avLst/>
          </a:prstGeom>
          <a:noFill/>
          <a:ln>
            <a:noFill/>
          </a:ln>
        </p:spPr>
        <p:txBody>
          <a:bodyPr anchorCtr="0" anchor="t" bIns="45700" lIns="91425" spcFirstLastPara="1" rIns="91425" wrap="square" tIns="45700">
            <a:noAutofit/>
          </a:bodyPr>
          <a:lstStyle>
            <a:lvl1pPr indent="-314325" lvl="0" marL="457200" algn="l">
              <a:spcBef>
                <a:spcPts val="360"/>
              </a:spcBef>
              <a:spcAft>
                <a:spcPts val="0"/>
              </a:spcAft>
              <a:buSzPts val="1350"/>
              <a:buChar char="●"/>
              <a:defRPr/>
            </a:lvl1pPr>
            <a:lvl2pPr indent="-342900" lvl="1" marL="914400" algn="l">
              <a:spcBef>
                <a:spcPts val="360"/>
              </a:spcBef>
              <a:spcAft>
                <a:spcPts val="0"/>
              </a:spcAft>
              <a:buSzPts val="1800"/>
              <a:buChar char="•"/>
              <a:defRPr/>
            </a:lvl2pPr>
            <a:lvl3pPr indent="-342900" lvl="2" marL="1371600" algn="l">
              <a:spcBef>
                <a:spcPts val="360"/>
              </a:spcBef>
              <a:spcAft>
                <a:spcPts val="0"/>
              </a:spcAft>
              <a:buSzPts val="180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64" name="Google Shape;64;p44"/>
          <p:cNvSpPr txBox="1"/>
          <p:nvPr>
            <p:ph idx="2" type="body"/>
          </p:nvPr>
        </p:nvSpPr>
        <p:spPr>
          <a:xfrm>
            <a:off x="4838700" y="1266825"/>
            <a:ext cx="4076700" cy="4905375"/>
          </a:xfrm>
          <a:prstGeom prst="rect">
            <a:avLst/>
          </a:prstGeom>
          <a:noFill/>
          <a:ln>
            <a:noFill/>
          </a:ln>
        </p:spPr>
        <p:txBody>
          <a:bodyPr anchorCtr="0" anchor="t" bIns="45700" lIns="91425" spcFirstLastPara="1" rIns="91425" wrap="square" tIns="45700">
            <a:noAutofit/>
          </a:bodyPr>
          <a:lstStyle>
            <a:lvl1pPr indent="-314325" lvl="0" marL="457200" algn="l">
              <a:spcBef>
                <a:spcPts val="360"/>
              </a:spcBef>
              <a:spcAft>
                <a:spcPts val="0"/>
              </a:spcAft>
              <a:buSzPts val="1350"/>
              <a:buChar char="●"/>
              <a:defRPr/>
            </a:lvl1pPr>
            <a:lvl2pPr indent="-342900" lvl="1" marL="914400" algn="l">
              <a:spcBef>
                <a:spcPts val="360"/>
              </a:spcBef>
              <a:spcAft>
                <a:spcPts val="0"/>
              </a:spcAft>
              <a:buSzPts val="1800"/>
              <a:buChar char="•"/>
              <a:defRPr/>
            </a:lvl2pPr>
            <a:lvl3pPr indent="-342900" lvl="2" marL="1371600" algn="l">
              <a:spcBef>
                <a:spcPts val="360"/>
              </a:spcBef>
              <a:spcAft>
                <a:spcPts val="0"/>
              </a:spcAft>
              <a:buSzPts val="180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65" name="Google Shape;65;p44"/>
          <p:cNvSpPr txBox="1"/>
          <p:nvPr>
            <p:ph idx="10" type="dt"/>
          </p:nvPr>
        </p:nvSpPr>
        <p:spPr>
          <a:xfrm>
            <a:off x="1225550" y="6248400"/>
            <a:ext cx="1905000" cy="457200"/>
          </a:xfrm>
          <a:prstGeom prst="rect">
            <a:avLst/>
          </a:prstGeom>
          <a:noFill/>
          <a:ln>
            <a:noFill/>
          </a:ln>
        </p:spPr>
        <p:txBody>
          <a:bodyPr anchorCtr="0" anchor="t" bIns="45700" lIns="91425" spcFirstLastPara="1" rIns="91425" wrap="square" tIns="45700">
            <a:noAutofit/>
          </a:bodyPr>
          <a:lstStyle>
            <a:lvl1pPr lvl="0" algn="l">
              <a:spcBef>
                <a:spcPts val="70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44"/>
          <p:cNvSpPr txBox="1"/>
          <p:nvPr>
            <p:ph idx="11" type="ftr"/>
          </p:nvPr>
        </p:nvSpPr>
        <p:spPr>
          <a:xfrm>
            <a:off x="3663950" y="6248400"/>
            <a:ext cx="2895600" cy="457200"/>
          </a:xfrm>
          <a:prstGeom prst="rect">
            <a:avLst/>
          </a:prstGeom>
          <a:noFill/>
          <a:ln>
            <a:noFill/>
          </a:ln>
        </p:spPr>
        <p:txBody>
          <a:bodyPr anchorCtr="0" anchor="t" bIns="45700" lIns="91425" spcFirstLastPara="1" rIns="91425" wrap="square" tIns="45700">
            <a:noAutofit/>
          </a:bodyPr>
          <a:lstStyle>
            <a:lvl1pPr lvl="0" algn="ctr">
              <a:spcBef>
                <a:spcPts val="70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44"/>
          <p:cNvSpPr txBox="1"/>
          <p:nvPr>
            <p:ph idx="12" type="sldNum"/>
          </p:nvPr>
        </p:nvSpPr>
        <p:spPr>
          <a:xfrm>
            <a:off x="7092950" y="6248400"/>
            <a:ext cx="1905000" cy="45720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sz="1400">
                <a:solidFill>
                  <a:schemeClr val="lt1"/>
                </a:solidFill>
                <a:latin typeface="Arial Narrow"/>
                <a:ea typeface="Arial Narrow"/>
                <a:cs typeface="Arial Narrow"/>
                <a:sym typeface="Arial Narrow"/>
              </a:defRPr>
            </a:lvl1pPr>
            <a:lvl2pPr indent="0" lvl="1" marL="0" marR="0" algn="r">
              <a:spcBef>
                <a:spcPts val="0"/>
              </a:spcBef>
              <a:spcAft>
                <a:spcPts val="0"/>
              </a:spcAft>
              <a:buNone/>
              <a:defRPr sz="1400">
                <a:solidFill>
                  <a:schemeClr val="lt1"/>
                </a:solidFill>
                <a:latin typeface="Arial Narrow"/>
                <a:ea typeface="Arial Narrow"/>
                <a:cs typeface="Arial Narrow"/>
                <a:sym typeface="Arial Narrow"/>
              </a:defRPr>
            </a:lvl2pPr>
            <a:lvl3pPr indent="0" lvl="2" marL="0" marR="0" algn="r">
              <a:spcBef>
                <a:spcPts val="0"/>
              </a:spcBef>
              <a:spcAft>
                <a:spcPts val="0"/>
              </a:spcAft>
              <a:buNone/>
              <a:defRPr sz="1400">
                <a:solidFill>
                  <a:schemeClr val="lt1"/>
                </a:solidFill>
                <a:latin typeface="Arial Narrow"/>
                <a:ea typeface="Arial Narrow"/>
                <a:cs typeface="Arial Narrow"/>
                <a:sym typeface="Arial Narrow"/>
              </a:defRPr>
            </a:lvl3pPr>
            <a:lvl4pPr indent="0" lvl="3" marL="0" marR="0" algn="r">
              <a:spcBef>
                <a:spcPts val="0"/>
              </a:spcBef>
              <a:spcAft>
                <a:spcPts val="0"/>
              </a:spcAft>
              <a:buNone/>
              <a:defRPr sz="1400">
                <a:solidFill>
                  <a:schemeClr val="lt1"/>
                </a:solidFill>
                <a:latin typeface="Arial Narrow"/>
                <a:ea typeface="Arial Narrow"/>
                <a:cs typeface="Arial Narrow"/>
                <a:sym typeface="Arial Narrow"/>
              </a:defRPr>
            </a:lvl4pPr>
            <a:lvl5pPr indent="0" lvl="4" marL="0" marR="0" algn="r">
              <a:spcBef>
                <a:spcPts val="0"/>
              </a:spcBef>
              <a:spcAft>
                <a:spcPts val="0"/>
              </a:spcAft>
              <a:buNone/>
              <a:defRPr sz="1400">
                <a:solidFill>
                  <a:schemeClr val="lt1"/>
                </a:solidFill>
                <a:latin typeface="Arial Narrow"/>
                <a:ea typeface="Arial Narrow"/>
                <a:cs typeface="Arial Narrow"/>
                <a:sym typeface="Arial Narrow"/>
              </a:defRPr>
            </a:lvl5pPr>
            <a:lvl6pPr indent="0" lvl="5" marL="0" marR="0" algn="r">
              <a:spcBef>
                <a:spcPts val="0"/>
              </a:spcBef>
              <a:spcAft>
                <a:spcPts val="0"/>
              </a:spcAft>
              <a:buNone/>
              <a:defRPr sz="1400">
                <a:solidFill>
                  <a:schemeClr val="lt1"/>
                </a:solidFill>
                <a:latin typeface="Arial Narrow"/>
                <a:ea typeface="Arial Narrow"/>
                <a:cs typeface="Arial Narrow"/>
                <a:sym typeface="Arial Narrow"/>
              </a:defRPr>
            </a:lvl6pPr>
            <a:lvl7pPr indent="0" lvl="6" marL="0" marR="0" algn="r">
              <a:spcBef>
                <a:spcPts val="0"/>
              </a:spcBef>
              <a:spcAft>
                <a:spcPts val="0"/>
              </a:spcAft>
              <a:buNone/>
              <a:defRPr sz="1400">
                <a:solidFill>
                  <a:schemeClr val="lt1"/>
                </a:solidFill>
                <a:latin typeface="Arial Narrow"/>
                <a:ea typeface="Arial Narrow"/>
                <a:cs typeface="Arial Narrow"/>
                <a:sym typeface="Arial Narrow"/>
              </a:defRPr>
            </a:lvl7pPr>
            <a:lvl8pPr indent="0" lvl="7" marL="0" marR="0" algn="r">
              <a:spcBef>
                <a:spcPts val="0"/>
              </a:spcBef>
              <a:spcAft>
                <a:spcPts val="0"/>
              </a:spcAft>
              <a:buNone/>
              <a:defRPr sz="1400">
                <a:solidFill>
                  <a:schemeClr val="lt1"/>
                </a:solidFill>
                <a:latin typeface="Arial Narrow"/>
                <a:ea typeface="Arial Narrow"/>
                <a:cs typeface="Arial Narrow"/>
                <a:sym typeface="Arial Narrow"/>
              </a:defRPr>
            </a:lvl8pPr>
            <a:lvl9pPr indent="0" lvl="8" marL="0" marR="0" algn="r">
              <a:spcBef>
                <a:spcPts val="0"/>
              </a:spcBef>
              <a:spcAft>
                <a:spcPts val="0"/>
              </a:spcAft>
              <a:buNone/>
              <a:defRPr sz="1400">
                <a:solidFill>
                  <a:schemeClr val="lt1"/>
                </a:solidFill>
                <a:latin typeface="Arial Narrow"/>
                <a:ea typeface="Arial Narrow"/>
                <a:cs typeface="Arial Narrow"/>
                <a:sym typeface="Arial Narrow"/>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68" name="Shape 68"/>
        <p:cNvGrpSpPr/>
        <p:nvPr/>
      </p:nvGrpSpPr>
      <p:grpSpPr>
        <a:xfrm>
          <a:off x="0" y="0"/>
          <a:ext cx="0" cy="0"/>
          <a:chOff x="0" y="0"/>
          <a:chExt cx="0" cy="0"/>
        </a:xfrm>
      </p:grpSpPr>
      <p:sp>
        <p:nvSpPr>
          <p:cNvPr id="69" name="Google Shape;69;p45"/>
          <p:cNvSpPr txBox="1"/>
          <p:nvPr>
            <p:ph type="title"/>
          </p:nvPr>
        </p:nvSpPr>
        <p:spPr>
          <a:xfrm>
            <a:off x="611188" y="198438"/>
            <a:ext cx="7588250" cy="6858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45"/>
          <p:cNvSpPr txBox="1"/>
          <p:nvPr>
            <p:ph idx="1" type="body"/>
          </p:nvPr>
        </p:nvSpPr>
        <p:spPr>
          <a:xfrm>
            <a:off x="609600" y="1266825"/>
            <a:ext cx="4076700" cy="4905375"/>
          </a:xfrm>
          <a:prstGeom prst="rect">
            <a:avLst/>
          </a:prstGeom>
          <a:noFill/>
          <a:ln>
            <a:noFill/>
          </a:ln>
        </p:spPr>
        <p:txBody>
          <a:bodyPr anchorCtr="0" anchor="t" bIns="45700" lIns="91425" spcFirstLastPara="1" rIns="91425" wrap="square" tIns="45700">
            <a:noAutofit/>
          </a:bodyPr>
          <a:lstStyle>
            <a:lvl1pPr indent="-361950" lvl="0" marL="457200" algn="l">
              <a:spcBef>
                <a:spcPts val="560"/>
              </a:spcBef>
              <a:spcAft>
                <a:spcPts val="0"/>
              </a:spcAft>
              <a:buSzPts val="2100"/>
              <a:buChar char="●"/>
              <a:defRPr sz="2800"/>
            </a:lvl1pPr>
            <a:lvl2pPr indent="-381000" lvl="1" marL="914400" algn="l">
              <a:spcBef>
                <a:spcPts val="480"/>
              </a:spcBef>
              <a:spcAft>
                <a:spcPts val="0"/>
              </a:spcAft>
              <a:buSzPts val="2400"/>
              <a:buFont typeface="Times New Roman"/>
              <a:buChar char="•"/>
              <a:defRPr sz="2400"/>
            </a:lvl2pPr>
            <a:lvl3pPr indent="-355600" lvl="2" marL="1371600" algn="l">
              <a:spcBef>
                <a:spcPts val="400"/>
              </a:spcBef>
              <a:spcAft>
                <a:spcPts val="0"/>
              </a:spcAft>
              <a:buSzPts val="2000"/>
              <a:buFont typeface="Times New Roman"/>
              <a:buChar char="–"/>
              <a:defRPr sz="2000"/>
            </a:lvl3pPr>
            <a:lvl4pPr indent="-342900" lvl="3" marL="1828800" algn="l">
              <a:spcBef>
                <a:spcPts val="360"/>
              </a:spcBef>
              <a:spcAft>
                <a:spcPts val="0"/>
              </a:spcAft>
              <a:buSzPts val="1800"/>
              <a:buFont typeface="Times New Roman"/>
              <a:buChar char="–"/>
              <a:defRPr sz="1800"/>
            </a:lvl4pPr>
            <a:lvl5pPr indent="-342900" lvl="4" marL="2286000" algn="l">
              <a:spcBef>
                <a:spcPts val="360"/>
              </a:spcBef>
              <a:spcAft>
                <a:spcPts val="0"/>
              </a:spcAft>
              <a:buSzPts val="1800"/>
              <a:buFont typeface="Times New Roman"/>
              <a:buChar char="»"/>
              <a:defRPr sz="1800"/>
            </a:lvl5pPr>
            <a:lvl6pPr indent="-342900" lvl="5" marL="2743200" algn="l">
              <a:spcBef>
                <a:spcPts val="360"/>
              </a:spcBef>
              <a:spcAft>
                <a:spcPts val="0"/>
              </a:spcAft>
              <a:buSzPts val="1800"/>
              <a:buFont typeface="Times New Roman"/>
              <a:buChar char="»"/>
              <a:defRPr sz="1800"/>
            </a:lvl6pPr>
            <a:lvl7pPr indent="-342900" lvl="6" marL="3200400" algn="l">
              <a:spcBef>
                <a:spcPts val="360"/>
              </a:spcBef>
              <a:spcAft>
                <a:spcPts val="0"/>
              </a:spcAft>
              <a:buSzPts val="1800"/>
              <a:buFont typeface="Times New Roman"/>
              <a:buChar char="»"/>
              <a:defRPr sz="1800"/>
            </a:lvl7pPr>
            <a:lvl8pPr indent="-342900" lvl="7" marL="3657600" algn="l">
              <a:spcBef>
                <a:spcPts val="360"/>
              </a:spcBef>
              <a:spcAft>
                <a:spcPts val="0"/>
              </a:spcAft>
              <a:buSzPts val="1800"/>
              <a:buFont typeface="Times New Roman"/>
              <a:buChar char="»"/>
              <a:defRPr sz="1800"/>
            </a:lvl8pPr>
            <a:lvl9pPr indent="-342900" lvl="8" marL="4114800" algn="l">
              <a:spcBef>
                <a:spcPts val="360"/>
              </a:spcBef>
              <a:spcAft>
                <a:spcPts val="0"/>
              </a:spcAft>
              <a:buSzPts val="1800"/>
              <a:buFont typeface="Times New Roman"/>
              <a:buChar char="»"/>
              <a:defRPr sz="1800"/>
            </a:lvl9pPr>
          </a:lstStyle>
          <a:p/>
        </p:txBody>
      </p:sp>
      <p:sp>
        <p:nvSpPr>
          <p:cNvPr id="71" name="Google Shape;71;p45"/>
          <p:cNvSpPr txBox="1"/>
          <p:nvPr>
            <p:ph idx="2" type="body"/>
          </p:nvPr>
        </p:nvSpPr>
        <p:spPr>
          <a:xfrm>
            <a:off x="4838700" y="1266825"/>
            <a:ext cx="4076700" cy="4905375"/>
          </a:xfrm>
          <a:prstGeom prst="rect">
            <a:avLst/>
          </a:prstGeom>
          <a:noFill/>
          <a:ln>
            <a:noFill/>
          </a:ln>
        </p:spPr>
        <p:txBody>
          <a:bodyPr anchorCtr="0" anchor="t" bIns="45700" lIns="91425" spcFirstLastPara="1" rIns="91425" wrap="square" tIns="45700">
            <a:noAutofit/>
          </a:bodyPr>
          <a:lstStyle>
            <a:lvl1pPr indent="-361950" lvl="0" marL="457200" algn="l">
              <a:spcBef>
                <a:spcPts val="560"/>
              </a:spcBef>
              <a:spcAft>
                <a:spcPts val="0"/>
              </a:spcAft>
              <a:buSzPts val="2100"/>
              <a:buChar char="●"/>
              <a:defRPr sz="2800"/>
            </a:lvl1pPr>
            <a:lvl2pPr indent="-381000" lvl="1" marL="914400" algn="l">
              <a:spcBef>
                <a:spcPts val="480"/>
              </a:spcBef>
              <a:spcAft>
                <a:spcPts val="0"/>
              </a:spcAft>
              <a:buSzPts val="2400"/>
              <a:buFont typeface="Times New Roman"/>
              <a:buChar char="•"/>
              <a:defRPr sz="2400"/>
            </a:lvl2pPr>
            <a:lvl3pPr indent="-355600" lvl="2" marL="1371600" algn="l">
              <a:spcBef>
                <a:spcPts val="400"/>
              </a:spcBef>
              <a:spcAft>
                <a:spcPts val="0"/>
              </a:spcAft>
              <a:buSzPts val="2000"/>
              <a:buFont typeface="Times New Roman"/>
              <a:buChar char="–"/>
              <a:defRPr sz="2000"/>
            </a:lvl3pPr>
            <a:lvl4pPr indent="-342900" lvl="3" marL="1828800" algn="l">
              <a:spcBef>
                <a:spcPts val="360"/>
              </a:spcBef>
              <a:spcAft>
                <a:spcPts val="0"/>
              </a:spcAft>
              <a:buSzPts val="1800"/>
              <a:buFont typeface="Times New Roman"/>
              <a:buChar char="–"/>
              <a:defRPr sz="1800"/>
            </a:lvl4pPr>
            <a:lvl5pPr indent="-342900" lvl="4" marL="2286000" algn="l">
              <a:spcBef>
                <a:spcPts val="360"/>
              </a:spcBef>
              <a:spcAft>
                <a:spcPts val="0"/>
              </a:spcAft>
              <a:buSzPts val="1800"/>
              <a:buFont typeface="Times New Roman"/>
              <a:buChar char="»"/>
              <a:defRPr sz="1800"/>
            </a:lvl5pPr>
            <a:lvl6pPr indent="-342900" lvl="5" marL="2743200" algn="l">
              <a:spcBef>
                <a:spcPts val="360"/>
              </a:spcBef>
              <a:spcAft>
                <a:spcPts val="0"/>
              </a:spcAft>
              <a:buSzPts val="1800"/>
              <a:buFont typeface="Times New Roman"/>
              <a:buChar char="»"/>
              <a:defRPr sz="1800"/>
            </a:lvl6pPr>
            <a:lvl7pPr indent="-342900" lvl="6" marL="3200400" algn="l">
              <a:spcBef>
                <a:spcPts val="360"/>
              </a:spcBef>
              <a:spcAft>
                <a:spcPts val="0"/>
              </a:spcAft>
              <a:buSzPts val="1800"/>
              <a:buFont typeface="Times New Roman"/>
              <a:buChar char="»"/>
              <a:defRPr sz="1800"/>
            </a:lvl7pPr>
            <a:lvl8pPr indent="-342900" lvl="7" marL="3657600" algn="l">
              <a:spcBef>
                <a:spcPts val="360"/>
              </a:spcBef>
              <a:spcAft>
                <a:spcPts val="0"/>
              </a:spcAft>
              <a:buSzPts val="1800"/>
              <a:buFont typeface="Times New Roman"/>
              <a:buChar char="»"/>
              <a:defRPr sz="1800"/>
            </a:lvl8pPr>
            <a:lvl9pPr indent="-342900" lvl="8" marL="4114800" algn="l">
              <a:spcBef>
                <a:spcPts val="360"/>
              </a:spcBef>
              <a:spcAft>
                <a:spcPts val="0"/>
              </a:spcAft>
              <a:buSzPts val="1800"/>
              <a:buFont typeface="Times New Roman"/>
              <a:buChar char="»"/>
              <a:defRPr sz="1800"/>
            </a:lvl9pPr>
          </a:lstStyle>
          <a:p/>
        </p:txBody>
      </p:sp>
      <p:sp>
        <p:nvSpPr>
          <p:cNvPr id="72" name="Google Shape;72;p45"/>
          <p:cNvSpPr txBox="1"/>
          <p:nvPr>
            <p:ph idx="10" type="dt"/>
          </p:nvPr>
        </p:nvSpPr>
        <p:spPr>
          <a:xfrm>
            <a:off x="1225550" y="6248400"/>
            <a:ext cx="1905000" cy="457200"/>
          </a:xfrm>
          <a:prstGeom prst="rect">
            <a:avLst/>
          </a:prstGeom>
          <a:noFill/>
          <a:ln>
            <a:noFill/>
          </a:ln>
        </p:spPr>
        <p:txBody>
          <a:bodyPr anchorCtr="0" anchor="t" bIns="45700" lIns="91425" spcFirstLastPara="1" rIns="91425" wrap="square" tIns="45700">
            <a:noAutofit/>
          </a:bodyPr>
          <a:lstStyle>
            <a:lvl1pPr lvl="0" algn="l">
              <a:spcBef>
                <a:spcPts val="70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45"/>
          <p:cNvSpPr txBox="1"/>
          <p:nvPr>
            <p:ph idx="11" type="ftr"/>
          </p:nvPr>
        </p:nvSpPr>
        <p:spPr>
          <a:xfrm>
            <a:off x="3663950" y="6248400"/>
            <a:ext cx="2895600" cy="457200"/>
          </a:xfrm>
          <a:prstGeom prst="rect">
            <a:avLst/>
          </a:prstGeom>
          <a:noFill/>
          <a:ln>
            <a:noFill/>
          </a:ln>
        </p:spPr>
        <p:txBody>
          <a:bodyPr anchorCtr="0" anchor="t" bIns="45700" lIns="91425" spcFirstLastPara="1" rIns="91425" wrap="square" tIns="45700">
            <a:noAutofit/>
          </a:bodyPr>
          <a:lstStyle>
            <a:lvl1pPr lvl="0" algn="ctr">
              <a:spcBef>
                <a:spcPts val="70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45"/>
          <p:cNvSpPr txBox="1"/>
          <p:nvPr>
            <p:ph idx="12" type="sldNum"/>
          </p:nvPr>
        </p:nvSpPr>
        <p:spPr>
          <a:xfrm>
            <a:off x="7092950" y="6248400"/>
            <a:ext cx="1905000" cy="45720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sz="1400">
                <a:solidFill>
                  <a:schemeClr val="lt1"/>
                </a:solidFill>
                <a:latin typeface="Arial Narrow"/>
                <a:ea typeface="Arial Narrow"/>
                <a:cs typeface="Arial Narrow"/>
                <a:sym typeface="Arial Narrow"/>
              </a:defRPr>
            </a:lvl1pPr>
            <a:lvl2pPr indent="0" lvl="1" marL="0" marR="0" algn="r">
              <a:spcBef>
                <a:spcPts val="0"/>
              </a:spcBef>
              <a:spcAft>
                <a:spcPts val="0"/>
              </a:spcAft>
              <a:buNone/>
              <a:defRPr sz="1400">
                <a:solidFill>
                  <a:schemeClr val="lt1"/>
                </a:solidFill>
                <a:latin typeface="Arial Narrow"/>
                <a:ea typeface="Arial Narrow"/>
                <a:cs typeface="Arial Narrow"/>
                <a:sym typeface="Arial Narrow"/>
              </a:defRPr>
            </a:lvl2pPr>
            <a:lvl3pPr indent="0" lvl="2" marL="0" marR="0" algn="r">
              <a:spcBef>
                <a:spcPts val="0"/>
              </a:spcBef>
              <a:spcAft>
                <a:spcPts val="0"/>
              </a:spcAft>
              <a:buNone/>
              <a:defRPr sz="1400">
                <a:solidFill>
                  <a:schemeClr val="lt1"/>
                </a:solidFill>
                <a:latin typeface="Arial Narrow"/>
                <a:ea typeface="Arial Narrow"/>
                <a:cs typeface="Arial Narrow"/>
                <a:sym typeface="Arial Narrow"/>
              </a:defRPr>
            </a:lvl3pPr>
            <a:lvl4pPr indent="0" lvl="3" marL="0" marR="0" algn="r">
              <a:spcBef>
                <a:spcPts val="0"/>
              </a:spcBef>
              <a:spcAft>
                <a:spcPts val="0"/>
              </a:spcAft>
              <a:buNone/>
              <a:defRPr sz="1400">
                <a:solidFill>
                  <a:schemeClr val="lt1"/>
                </a:solidFill>
                <a:latin typeface="Arial Narrow"/>
                <a:ea typeface="Arial Narrow"/>
                <a:cs typeface="Arial Narrow"/>
                <a:sym typeface="Arial Narrow"/>
              </a:defRPr>
            </a:lvl4pPr>
            <a:lvl5pPr indent="0" lvl="4" marL="0" marR="0" algn="r">
              <a:spcBef>
                <a:spcPts val="0"/>
              </a:spcBef>
              <a:spcAft>
                <a:spcPts val="0"/>
              </a:spcAft>
              <a:buNone/>
              <a:defRPr sz="1400">
                <a:solidFill>
                  <a:schemeClr val="lt1"/>
                </a:solidFill>
                <a:latin typeface="Arial Narrow"/>
                <a:ea typeface="Arial Narrow"/>
                <a:cs typeface="Arial Narrow"/>
                <a:sym typeface="Arial Narrow"/>
              </a:defRPr>
            </a:lvl5pPr>
            <a:lvl6pPr indent="0" lvl="5" marL="0" marR="0" algn="r">
              <a:spcBef>
                <a:spcPts val="0"/>
              </a:spcBef>
              <a:spcAft>
                <a:spcPts val="0"/>
              </a:spcAft>
              <a:buNone/>
              <a:defRPr sz="1400">
                <a:solidFill>
                  <a:schemeClr val="lt1"/>
                </a:solidFill>
                <a:latin typeface="Arial Narrow"/>
                <a:ea typeface="Arial Narrow"/>
                <a:cs typeface="Arial Narrow"/>
                <a:sym typeface="Arial Narrow"/>
              </a:defRPr>
            </a:lvl6pPr>
            <a:lvl7pPr indent="0" lvl="6" marL="0" marR="0" algn="r">
              <a:spcBef>
                <a:spcPts val="0"/>
              </a:spcBef>
              <a:spcAft>
                <a:spcPts val="0"/>
              </a:spcAft>
              <a:buNone/>
              <a:defRPr sz="1400">
                <a:solidFill>
                  <a:schemeClr val="lt1"/>
                </a:solidFill>
                <a:latin typeface="Arial Narrow"/>
                <a:ea typeface="Arial Narrow"/>
                <a:cs typeface="Arial Narrow"/>
                <a:sym typeface="Arial Narrow"/>
              </a:defRPr>
            </a:lvl7pPr>
            <a:lvl8pPr indent="0" lvl="7" marL="0" marR="0" algn="r">
              <a:spcBef>
                <a:spcPts val="0"/>
              </a:spcBef>
              <a:spcAft>
                <a:spcPts val="0"/>
              </a:spcAft>
              <a:buNone/>
              <a:defRPr sz="1400">
                <a:solidFill>
                  <a:schemeClr val="lt1"/>
                </a:solidFill>
                <a:latin typeface="Arial Narrow"/>
                <a:ea typeface="Arial Narrow"/>
                <a:cs typeface="Arial Narrow"/>
                <a:sym typeface="Arial Narrow"/>
              </a:defRPr>
            </a:lvl8pPr>
            <a:lvl9pPr indent="0" lvl="8" marL="0" marR="0" algn="r">
              <a:spcBef>
                <a:spcPts val="0"/>
              </a:spcBef>
              <a:spcAft>
                <a:spcPts val="0"/>
              </a:spcAft>
              <a:buNone/>
              <a:defRPr sz="1400">
                <a:solidFill>
                  <a:schemeClr val="lt1"/>
                </a:solidFill>
                <a:latin typeface="Arial Narrow"/>
                <a:ea typeface="Arial Narrow"/>
                <a:cs typeface="Arial Narrow"/>
                <a:sym typeface="Arial Narrow"/>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5" name="Shape 75"/>
        <p:cNvGrpSpPr/>
        <p:nvPr/>
      </p:nvGrpSpPr>
      <p:grpSpPr>
        <a:xfrm>
          <a:off x="0" y="0"/>
          <a:ext cx="0" cy="0"/>
          <a:chOff x="0" y="0"/>
          <a:chExt cx="0" cy="0"/>
        </a:xfrm>
      </p:grpSpPr>
      <p:sp>
        <p:nvSpPr>
          <p:cNvPr id="76" name="Google Shape;76;p46"/>
          <p:cNvSpPr txBox="1"/>
          <p:nvPr>
            <p:ph type="title"/>
          </p:nvPr>
        </p:nvSpPr>
        <p:spPr>
          <a:xfrm>
            <a:off x="611188" y="198438"/>
            <a:ext cx="7588250" cy="6858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46"/>
          <p:cNvSpPr txBox="1"/>
          <p:nvPr>
            <p:ph idx="10" type="dt"/>
          </p:nvPr>
        </p:nvSpPr>
        <p:spPr>
          <a:xfrm>
            <a:off x="1225550" y="6248400"/>
            <a:ext cx="1905000" cy="457200"/>
          </a:xfrm>
          <a:prstGeom prst="rect">
            <a:avLst/>
          </a:prstGeom>
          <a:noFill/>
          <a:ln>
            <a:noFill/>
          </a:ln>
        </p:spPr>
        <p:txBody>
          <a:bodyPr anchorCtr="0" anchor="t" bIns="45700" lIns="91425" spcFirstLastPara="1" rIns="91425" wrap="square" tIns="45700">
            <a:noAutofit/>
          </a:bodyPr>
          <a:lstStyle>
            <a:lvl1pPr lvl="0" algn="l">
              <a:spcBef>
                <a:spcPts val="70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46"/>
          <p:cNvSpPr txBox="1"/>
          <p:nvPr>
            <p:ph idx="11" type="ftr"/>
          </p:nvPr>
        </p:nvSpPr>
        <p:spPr>
          <a:xfrm>
            <a:off x="3663950" y="6248400"/>
            <a:ext cx="2895600" cy="457200"/>
          </a:xfrm>
          <a:prstGeom prst="rect">
            <a:avLst/>
          </a:prstGeom>
          <a:noFill/>
          <a:ln>
            <a:noFill/>
          </a:ln>
        </p:spPr>
        <p:txBody>
          <a:bodyPr anchorCtr="0" anchor="t" bIns="45700" lIns="91425" spcFirstLastPara="1" rIns="91425" wrap="square" tIns="45700">
            <a:noAutofit/>
          </a:bodyPr>
          <a:lstStyle>
            <a:lvl1pPr lvl="0" algn="ctr">
              <a:spcBef>
                <a:spcPts val="70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46"/>
          <p:cNvSpPr txBox="1"/>
          <p:nvPr>
            <p:ph idx="12" type="sldNum"/>
          </p:nvPr>
        </p:nvSpPr>
        <p:spPr>
          <a:xfrm>
            <a:off x="7092950" y="6248400"/>
            <a:ext cx="1905000" cy="45720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sz="1400">
                <a:solidFill>
                  <a:schemeClr val="lt1"/>
                </a:solidFill>
                <a:latin typeface="Arial Narrow"/>
                <a:ea typeface="Arial Narrow"/>
                <a:cs typeface="Arial Narrow"/>
                <a:sym typeface="Arial Narrow"/>
              </a:defRPr>
            </a:lvl1pPr>
            <a:lvl2pPr indent="0" lvl="1" marL="0" marR="0" algn="r">
              <a:spcBef>
                <a:spcPts val="0"/>
              </a:spcBef>
              <a:spcAft>
                <a:spcPts val="0"/>
              </a:spcAft>
              <a:buNone/>
              <a:defRPr sz="1400">
                <a:solidFill>
                  <a:schemeClr val="lt1"/>
                </a:solidFill>
                <a:latin typeface="Arial Narrow"/>
                <a:ea typeface="Arial Narrow"/>
                <a:cs typeface="Arial Narrow"/>
                <a:sym typeface="Arial Narrow"/>
              </a:defRPr>
            </a:lvl2pPr>
            <a:lvl3pPr indent="0" lvl="2" marL="0" marR="0" algn="r">
              <a:spcBef>
                <a:spcPts val="0"/>
              </a:spcBef>
              <a:spcAft>
                <a:spcPts val="0"/>
              </a:spcAft>
              <a:buNone/>
              <a:defRPr sz="1400">
                <a:solidFill>
                  <a:schemeClr val="lt1"/>
                </a:solidFill>
                <a:latin typeface="Arial Narrow"/>
                <a:ea typeface="Arial Narrow"/>
                <a:cs typeface="Arial Narrow"/>
                <a:sym typeface="Arial Narrow"/>
              </a:defRPr>
            </a:lvl3pPr>
            <a:lvl4pPr indent="0" lvl="3" marL="0" marR="0" algn="r">
              <a:spcBef>
                <a:spcPts val="0"/>
              </a:spcBef>
              <a:spcAft>
                <a:spcPts val="0"/>
              </a:spcAft>
              <a:buNone/>
              <a:defRPr sz="1400">
                <a:solidFill>
                  <a:schemeClr val="lt1"/>
                </a:solidFill>
                <a:latin typeface="Arial Narrow"/>
                <a:ea typeface="Arial Narrow"/>
                <a:cs typeface="Arial Narrow"/>
                <a:sym typeface="Arial Narrow"/>
              </a:defRPr>
            </a:lvl4pPr>
            <a:lvl5pPr indent="0" lvl="4" marL="0" marR="0" algn="r">
              <a:spcBef>
                <a:spcPts val="0"/>
              </a:spcBef>
              <a:spcAft>
                <a:spcPts val="0"/>
              </a:spcAft>
              <a:buNone/>
              <a:defRPr sz="1400">
                <a:solidFill>
                  <a:schemeClr val="lt1"/>
                </a:solidFill>
                <a:latin typeface="Arial Narrow"/>
                <a:ea typeface="Arial Narrow"/>
                <a:cs typeface="Arial Narrow"/>
                <a:sym typeface="Arial Narrow"/>
              </a:defRPr>
            </a:lvl5pPr>
            <a:lvl6pPr indent="0" lvl="5" marL="0" marR="0" algn="r">
              <a:spcBef>
                <a:spcPts val="0"/>
              </a:spcBef>
              <a:spcAft>
                <a:spcPts val="0"/>
              </a:spcAft>
              <a:buNone/>
              <a:defRPr sz="1400">
                <a:solidFill>
                  <a:schemeClr val="lt1"/>
                </a:solidFill>
                <a:latin typeface="Arial Narrow"/>
                <a:ea typeface="Arial Narrow"/>
                <a:cs typeface="Arial Narrow"/>
                <a:sym typeface="Arial Narrow"/>
              </a:defRPr>
            </a:lvl6pPr>
            <a:lvl7pPr indent="0" lvl="6" marL="0" marR="0" algn="r">
              <a:spcBef>
                <a:spcPts val="0"/>
              </a:spcBef>
              <a:spcAft>
                <a:spcPts val="0"/>
              </a:spcAft>
              <a:buNone/>
              <a:defRPr sz="1400">
                <a:solidFill>
                  <a:schemeClr val="lt1"/>
                </a:solidFill>
                <a:latin typeface="Arial Narrow"/>
                <a:ea typeface="Arial Narrow"/>
                <a:cs typeface="Arial Narrow"/>
                <a:sym typeface="Arial Narrow"/>
              </a:defRPr>
            </a:lvl7pPr>
            <a:lvl8pPr indent="0" lvl="7" marL="0" marR="0" algn="r">
              <a:spcBef>
                <a:spcPts val="0"/>
              </a:spcBef>
              <a:spcAft>
                <a:spcPts val="0"/>
              </a:spcAft>
              <a:buNone/>
              <a:defRPr sz="1400">
                <a:solidFill>
                  <a:schemeClr val="lt1"/>
                </a:solidFill>
                <a:latin typeface="Arial Narrow"/>
                <a:ea typeface="Arial Narrow"/>
                <a:cs typeface="Arial Narrow"/>
                <a:sym typeface="Arial Narrow"/>
              </a:defRPr>
            </a:lvl8pPr>
            <a:lvl9pPr indent="0" lvl="8" marL="0" marR="0" algn="r">
              <a:spcBef>
                <a:spcPts val="0"/>
              </a:spcBef>
              <a:spcAft>
                <a:spcPts val="0"/>
              </a:spcAft>
              <a:buNone/>
              <a:defRPr sz="1400">
                <a:solidFill>
                  <a:schemeClr val="lt1"/>
                </a:solidFill>
                <a:latin typeface="Arial Narrow"/>
                <a:ea typeface="Arial Narrow"/>
                <a:cs typeface="Arial Narrow"/>
                <a:sym typeface="Arial Narrow"/>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80" name="Shape 80"/>
        <p:cNvGrpSpPr/>
        <p:nvPr/>
      </p:nvGrpSpPr>
      <p:grpSpPr>
        <a:xfrm>
          <a:off x="0" y="0"/>
          <a:ext cx="0" cy="0"/>
          <a:chOff x="0" y="0"/>
          <a:chExt cx="0" cy="0"/>
        </a:xfrm>
      </p:grpSpPr>
      <p:sp>
        <p:nvSpPr>
          <p:cNvPr id="81" name="Google Shape;81;p47"/>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b="1" sz="40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47"/>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Autofit/>
          </a:bodyPr>
          <a:lstStyle>
            <a:lvl1pPr indent="-228600" lvl="0" marL="457200" algn="l">
              <a:spcBef>
                <a:spcPts val="400"/>
              </a:spcBef>
              <a:spcAft>
                <a:spcPts val="0"/>
              </a:spcAft>
              <a:buSzPts val="1500"/>
              <a:buNone/>
              <a:defRPr sz="2000"/>
            </a:lvl1pPr>
            <a:lvl2pPr indent="-228600" lvl="1" marL="914400" algn="l">
              <a:spcBef>
                <a:spcPts val="360"/>
              </a:spcBef>
              <a:spcAft>
                <a:spcPts val="0"/>
              </a:spcAft>
              <a:buSzPts val="1800"/>
              <a:buFont typeface="Times New Roman"/>
              <a:buNone/>
              <a:defRPr sz="1800"/>
            </a:lvl2pPr>
            <a:lvl3pPr indent="-228600" lvl="2" marL="1371600" algn="l">
              <a:spcBef>
                <a:spcPts val="320"/>
              </a:spcBef>
              <a:spcAft>
                <a:spcPts val="0"/>
              </a:spcAft>
              <a:buSzPts val="1600"/>
              <a:buFont typeface="Times New Roman"/>
              <a:buNone/>
              <a:defRPr sz="1600"/>
            </a:lvl3pPr>
            <a:lvl4pPr indent="-228600" lvl="3" marL="1828800" algn="l">
              <a:spcBef>
                <a:spcPts val="280"/>
              </a:spcBef>
              <a:spcAft>
                <a:spcPts val="0"/>
              </a:spcAft>
              <a:buSzPts val="1400"/>
              <a:buFont typeface="Times New Roman"/>
              <a:buNone/>
              <a:defRPr sz="1400"/>
            </a:lvl4pPr>
            <a:lvl5pPr indent="-228600" lvl="4" marL="2286000" algn="l">
              <a:spcBef>
                <a:spcPts val="280"/>
              </a:spcBef>
              <a:spcAft>
                <a:spcPts val="0"/>
              </a:spcAft>
              <a:buSzPts val="1400"/>
              <a:buFont typeface="Times New Roman"/>
              <a:buNone/>
              <a:defRPr sz="1400"/>
            </a:lvl5pPr>
            <a:lvl6pPr indent="-228600" lvl="5" marL="2743200" algn="l">
              <a:spcBef>
                <a:spcPts val="280"/>
              </a:spcBef>
              <a:spcAft>
                <a:spcPts val="0"/>
              </a:spcAft>
              <a:buSzPts val="1400"/>
              <a:buFont typeface="Times New Roman"/>
              <a:buNone/>
              <a:defRPr sz="1400"/>
            </a:lvl6pPr>
            <a:lvl7pPr indent="-228600" lvl="6" marL="3200400" algn="l">
              <a:spcBef>
                <a:spcPts val="280"/>
              </a:spcBef>
              <a:spcAft>
                <a:spcPts val="0"/>
              </a:spcAft>
              <a:buSzPts val="1400"/>
              <a:buFont typeface="Times New Roman"/>
              <a:buNone/>
              <a:defRPr sz="1400"/>
            </a:lvl7pPr>
            <a:lvl8pPr indent="-228600" lvl="7" marL="3657600" algn="l">
              <a:spcBef>
                <a:spcPts val="280"/>
              </a:spcBef>
              <a:spcAft>
                <a:spcPts val="0"/>
              </a:spcAft>
              <a:buSzPts val="1400"/>
              <a:buFont typeface="Times New Roman"/>
              <a:buNone/>
              <a:defRPr sz="1400"/>
            </a:lvl8pPr>
            <a:lvl9pPr indent="-228600" lvl="8" marL="4114800" algn="l">
              <a:spcBef>
                <a:spcPts val="280"/>
              </a:spcBef>
              <a:spcAft>
                <a:spcPts val="0"/>
              </a:spcAft>
              <a:buSzPts val="1400"/>
              <a:buFont typeface="Times New Roman"/>
              <a:buNone/>
              <a:defRPr sz="1400"/>
            </a:lvl9pPr>
          </a:lstStyle>
          <a:p/>
        </p:txBody>
      </p:sp>
      <p:sp>
        <p:nvSpPr>
          <p:cNvPr id="83" name="Google Shape;83;p47"/>
          <p:cNvSpPr txBox="1"/>
          <p:nvPr>
            <p:ph idx="10" type="dt"/>
          </p:nvPr>
        </p:nvSpPr>
        <p:spPr>
          <a:xfrm>
            <a:off x="1225550" y="6248400"/>
            <a:ext cx="1905000" cy="457200"/>
          </a:xfrm>
          <a:prstGeom prst="rect">
            <a:avLst/>
          </a:prstGeom>
          <a:noFill/>
          <a:ln>
            <a:noFill/>
          </a:ln>
        </p:spPr>
        <p:txBody>
          <a:bodyPr anchorCtr="0" anchor="t" bIns="45700" lIns="91425" spcFirstLastPara="1" rIns="91425" wrap="square" tIns="45700">
            <a:noAutofit/>
          </a:bodyPr>
          <a:lstStyle>
            <a:lvl1pPr lvl="0" algn="l">
              <a:spcBef>
                <a:spcPts val="70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47"/>
          <p:cNvSpPr txBox="1"/>
          <p:nvPr>
            <p:ph idx="11" type="ftr"/>
          </p:nvPr>
        </p:nvSpPr>
        <p:spPr>
          <a:xfrm>
            <a:off x="3663950" y="6248400"/>
            <a:ext cx="2895600" cy="457200"/>
          </a:xfrm>
          <a:prstGeom prst="rect">
            <a:avLst/>
          </a:prstGeom>
          <a:noFill/>
          <a:ln>
            <a:noFill/>
          </a:ln>
        </p:spPr>
        <p:txBody>
          <a:bodyPr anchorCtr="0" anchor="t" bIns="45700" lIns="91425" spcFirstLastPara="1" rIns="91425" wrap="square" tIns="45700">
            <a:noAutofit/>
          </a:bodyPr>
          <a:lstStyle>
            <a:lvl1pPr lvl="0" algn="ctr">
              <a:spcBef>
                <a:spcPts val="70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47"/>
          <p:cNvSpPr txBox="1"/>
          <p:nvPr>
            <p:ph idx="12" type="sldNum"/>
          </p:nvPr>
        </p:nvSpPr>
        <p:spPr>
          <a:xfrm>
            <a:off x="7092950" y="6248400"/>
            <a:ext cx="1905000" cy="45720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sz="1400">
                <a:solidFill>
                  <a:schemeClr val="lt1"/>
                </a:solidFill>
                <a:latin typeface="Arial Narrow"/>
                <a:ea typeface="Arial Narrow"/>
                <a:cs typeface="Arial Narrow"/>
                <a:sym typeface="Arial Narrow"/>
              </a:defRPr>
            </a:lvl1pPr>
            <a:lvl2pPr indent="0" lvl="1" marL="0" marR="0" algn="r">
              <a:spcBef>
                <a:spcPts val="0"/>
              </a:spcBef>
              <a:spcAft>
                <a:spcPts val="0"/>
              </a:spcAft>
              <a:buNone/>
              <a:defRPr sz="1400">
                <a:solidFill>
                  <a:schemeClr val="lt1"/>
                </a:solidFill>
                <a:latin typeface="Arial Narrow"/>
                <a:ea typeface="Arial Narrow"/>
                <a:cs typeface="Arial Narrow"/>
                <a:sym typeface="Arial Narrow"/>
              </a:defRPr>
            </a:lvl2pPr>
            <a:lvl3pPr indent="0" lvl="2" marL="0" marR="0" algn="r">
              <a:spcBef>
                <a:spcPts val="0"/>
              </a:spcBef>
              <a:spcAft>
                <a:spcPts val="0"/>
              </a:spcAft>
              <a:buNone/>
              <a:defRPr sz="1400">
                <a:solidFill>
                  <a:schemeClr val="lt1"/>
                </a:solidFill>
                <a:latin typeface="Arial Narrow"/>
                <a:ea typeface="Arial Narrow"/>
                <a:cs typeface="Arial Narrow"/>
                <a:sym typeface="Arial Narrow"/>
              </a:defRPr>
            </a:lvl3pPr>
            <a:lvl4pPr indent="0" lvl="3" marL="0" marR="0" algn="r">
              <a:spcBef>
                <a:spcPts val="0"/>
              </a:spcBef>
              <a:spcAft>
                <a:spcPts val="0"/>
              </a:spcAft>
              <a:buNone/>
              <a:defRPr sz="1400">
                <a:solidFill>
                  <a:schemeClr val="lt1"/>
                </a:solidFill>
                <a:latin typeface="Arial Narrow"/>
                <a:ea typeface="Arial Narrow"/>
                <a:cs typeface="Arial Narrow"/>
                <a:sym typeface="Arial Narrow"/>
              </a:defRPr>
            </a:lvl4pPr>
            <a:lvl5pPr indent="0" lvl="4" marL="0" marR="0" algn="r">
              <a:spcBef>
                <a:spcPts val="0"/>
              </a:spcBef>
              <a:spcAft>
                <a:spcPts val="0"/>
              </a:spcAft>
              <a:buNone/>
              <a:defRPr sz="1400">
                <a:solidFill>
                  <a:schemeClr val="lt1"/>
                </a:solidFill>
                <a:latin typeface="Arial Narrow"/>
                <a:ea typeface="Arial Narrow"/>
                <a:cs typeface="Arial Narrow"/>
                <a:sym typeface="Arial Narrow"/>
              </a:defRPr>
            </a:lvl5pPr>
            <a:lvl6pPr indent="0" lvl="5" marL="0" marR="0" algn="r">
              <a:spcBef>
                <a:spcPts val="0"/>
              </a:spcBef>
              <a:spcAft>
                <a:spcPts val="0"/>
              </a:spcAft>
              <a:buNone/>
              <a:defRPr sz="1400">
                <a:solidFill>
                  <a:schemeClr val="lt1"/>
                </a:solidFill>
                <a:latin typeface="Arial Narrow"/>
                <a:ea typeface="Arial Narrow"/>
                <a:cs typeface="Arial Narrow"/>
                <a:sym typeface="Arial Narrow"/>
              </a:defRPr>
            </a:lvl6pPr>
            <a:lvl7pPr indent="0" lvl="6" marL="0" marR="0" algn="r">
              <a:spcBef>
                <a:spcPts val="0"/>
              </a:spcBef>
              <a:spcAft>
                <a:spcPts val="0"/>
              </a:spcAft>
              <a:buNone/>
              <a:defRPr sz="1400">
                <a:solidFill>
                  <a:schemeClr val="lt1"/>
                </a:solidFill>
                <a:latin typeface="Arial Narrow"/>
                <a:ea typeface="Arial Narrow"/>
                <a:cs typeface="Arial Narrow"/>
                <a:sym typeface="Arial Narrow"/>
              </a:defRPr>
            </a:lvl7pPr>
            <a:lvl8pPr indent="0" lvl="7" marL="0" marR="0" algn="r">
              <a:spcBef>
                <a:spcPts val="0"/>
              </a:spcBef>
              <a:spcAft>
                <a:spcPts val="0"/>
              </a:spcAft>
              <a:buNone/>
              <a:defRPr sz="1400">
                <a:solidFill>
                  <a:schemeClr val="lt1"/>
                </a:solidFill>
                <a:latin typeface="Arial Narrow"/>
                <a:ea typeface="Arial Narrow"/>
                <a:cs typeface="Arial Narrow"/>
                <a:sym typeface="Arial Narrow"/>
              </a:defRPr>
            </a:lvl8pPr>
            <a:lvl9pPr indent="0" lvl="8" marL="0" marR="0" algn="r">
              <a:spcBef>
                <a:spcPts val="0"/>
              </a:spcBef>
              <a:spcAft>
                <a:spcPts val="0"/>
              </a:spcAft>
              <a:buNone/>
              <a:defRPr sz="1400">
                <a:solidFill>
                  <a:schemeClr val="lt1"/>
                </a:solidFill>
                <a:latin typeface="Arial Narrow"/>
                <a:ea typeface="Arial Narrow"/>
                <a:cs typeface="Arial Narrow"/>
                <a:sym typeface="Arial Narrow"/>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86" name="Shape 86"/>
        <p:cNvGrpSpPr/>
        <p:nvPr/>
      </p:nvGrpSpPr>
      <p:grpSpPr>
        <a:xfrm>
          <a:off x="0" y="0"/>
          <a:ext cx="0" cy="0"/>
          <a:chOff x="0" y="0"/>
          <a:chExt cx="0" cy="0"/>
        </a:xfrm>
      </p:grpSpPr>
      <p:sp>
        <p:nvSpPr>
          <p:cNvPr id="87" name="Google Shape;87;p48"/>
          <p:cNvSpPr txBox="1"/>
          <p:nvPr>
            <p:ph type="title"/>
          </p:nvPr>
        </p:nvSpPr>
        <p:spPr>
          <a:xfrm>
            <a:off x="457200" y="274638"/>
            <a:ext cx="8229600" cy="11430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8" name="Google Shape;88;p48"/>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SzPts val="1800"/>
              <a:buNone/>
              <a:defRPr b="1" sz="2400"/>
            </a:lvl1pPr>
            <a:lvl2pPr indent="-228600" lvl="1" marL="914400" algn="l">
              <a:spcBef>
                <a:spcPts val="400"/>
              </a:spcBef>
              <a:spcAft>
                <a:spcPts val="0"/>
              </a:spcAft>
              <a:buSzPts val="2000"/>
              <a:buFont typeface="Times New Roman"/>
              <a:buNone/>
              <a:defRPr b="1" sz="2000"/>
            </a:lvl2pPr>
            <a:lvl3pPr indent="-228600" lvl="2" marL="1371600" algn="l">
              <a:spcBef>
                <a:spcPts val="360"/>
              </a:spcBef>
              <a:spcAft>
                <a:spcPts val="0"/>
              </a:spcAft>
              <a:buSzPts val="1800"/>
              <a:buFont typeface="Times New Roman"/>
              <a:buNone/>
              <a:defRPr b="1" sz="1800"/>
            </a:lvl3pPr>
            <a:lvl4pPr indent="-228600" lvl="3" marL="1828800" algn="l">
              <a:spcBef>
                <a:spcPts val="320"/>
              </a:spcBef>
              <a:spcAft>
                <a:spcPts val="0"/>
              </a:spcAft>
              <a:buSzPts val="1600"/>
              <a:buFont typeface="Times New Roman"/>
              <a:buNone/>
              <a:defRPr b="1" sz="1600"/>
            </a:lvl4pPr>
            <a:lvl5pPr indent="-228600" lvl="4" marL="2286000" algn="l">
              <a:spcBef>
                <a:spcPts val="320"/>
              </a:spcBef>
              <a:spcAft>
                <a:spcPts val="0"/>
              </a:spcAft>
              <a:buSzPts val="1600"/>
              <a:buFont typeface="Times New Roman"/>
              <a:buNone/>
              <a:defRPr b="1" sz="1600"/>
            </a:lvl5pPr>
            <a:lvl6pPr indent="-228600" lvl="5" marL="2743200" algn="l">
              <a:spcBef>
                <a:spcPts val="320"/>
              </a:spcBef>
              <a:spcAft>
                <a:spcPts val="0"/>
              </a:spcAft>
              <a:buSzPts val="1600"/>
              <a:buFont typeface="Times New Roman"/>
              <a:buNone/>
              <a:defRPr b="1" sz="1600"/>
            </a:lvl6pPr>
            <a:lvl7pPr indent="-228600" lvl="6" marL="3200400" algn="l">
              <a:spcBef>
                <a:spcPts val="320"/>
              </a:spcBef>
              <a:spcAft>
                <a:spcPts val="0"/>
              </a:spcAft>
              <a:buSzPts val="1600"/>
              <a:buFont typeface="Times New Roman"/>
              <a:buNone/>
              <a:defRPr b="1" sz="1600"/>
            </a:lvl7pPr>
            <a:lvl8pPr indent="-228600" lvl="7" marL="3657600" algn="l">
              <a:spcBef>
                <a:spcPts val="320"/>
              </a:spcBef>
              <a:spcAft>
                <a:spcPts val="0"/>
              </a:spcAft>
              <a:buSzPts val="1600"/>
              <a:buFont typeface="Times New Roman"/>
              <a:buNone/>
              <a:defRPr b="1" sz="1600"/>
            </a:lvl8pPr>
            <a:lvl9pPr indent="-228600" lvl="8" marL="4114800" algn="l">
              <a:spcBef>
                <a:spcPts val="320"/>
              </a:spcBef>
              <a:spcAft>
                <a:spcPts val="0"/>
              </a:spcAft>
              <a:buSzPts val="1600"/>
              <a:buFont typeface="Times New Roman"/>
              <a:buNone/>
              <a:defRPr b="1" sz="1600"/>
            </a:lvl9pPr>
          </a:lstStyle>
          <a:p/>
        </p:txBody>
      </p:sp>
      <p:sp>
        <p:nvSpPr>
          <p:cNvPr id="89" name="Google Shape;89;p48"/>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Autofit/>
          </a:bodyPr>
          <a:lstStyle>
            <a:lvl1pPr indent="-342900" lvl="0" marL="457200" algn="l">
              <a:spcBef>
                <a:spcPts val="480"/>
              </a:spcBef>
              <a:spcAft>
                <a:spcPts val="0"/>
              </a:spcAft>
              <a:buSzPts val="1800"/>
              <a:buChar char="●"/>
              <a:defRPr sz="2400"/>
            </a:lvl1pPr>
            <a:lvl2pPr indent="-355600" lvl="1" marL="914400" algn="l">
              <a:spcBef>
                <a:spcPts val="400"/>
              </a:spcBef>
              <a:spcAft>
                <a:spcPts val="0"/>
              </a:spcAft>
              <a:buSzPts val="2000"/>
              <a:buFont typeface="Times New Roman"/>
              <a:buChar char="•"/>
              <a:defRPr sz="2000"/>
            </a:lvl2pPr>
            <a:lvl3pPr indent="-342900" lvl="2" marL="1371600" algn="l">
              <a:spcBef>
                <a:spcPts val="360"/>
              </a:spcBef>
              <a:spcAft>
                <a:spcPts val="0"/>
              </a:spcAft>
              <a:buSzPts val="1800"/>
              <a:buFont typeface="Times New Roman"/>
              <a:buChar char="–"/>
              <a:defRPr sz="1800"/>
            </a:lvl3pPr>
            <a:lvl4pPr indent="-330200" lvl="3" marL="1828800" algn="l">
              <a:spcBef>
                <a:spcPts val="320"/>
              </a:spcBef>
              <a:spcAft>
                <a:spcPts val="0"/>
              </a:spcAft>
              <a:buSzPts val="1600"/>
              <a:buFont typeface="Times New Roman"/>
              <a:buChar char="–"/>
              <a:defRPr sz="1600"/>
            </a:lvl4pPr>
            <a:lvl5pPr indent="-330200" lvl="4" marL="2286000" algn="l">
              <a:spcBef>
                <a:spcPts val="320"/>
              </a:spcBef>
              <a:spcAft>
                <a:spcPts val="0"/>
              </a:spcAft>
              <a:buSzPts val="1600"/>
              <a:buFont typeface="Times New Roman"/>
              <a:buChar char="»"/>
              <a:defRPr sz="1600"/>
            </a:lvl5pPr>
            <a:lvl6pPr indent="-330200" lvl="5" marL="2743200" algn="l">
              <a:spcBef>
                <a:spcPts val="320"/>
              </a:spcBef>
              <a:spcAft>
                <a:spcPts val="0"/>
              </a:spcAft>
              <a:buSzPts val="1600"/>
              <a:buFont typeface="Times New Roman"/>
              <a:buChar char="»"/>
              <a:defRPr sz="1600"/>
            </a:lvl6pPr>
            <a:lvl7pPr indent="-330200" lvl="6" marL="3200400" algn="l">
              <a:spcBef>
                <a:spcPts val="320"/>
              </a:spcBef>
              <a:spcAft>
                <a:spcPts val="0"/>
              </a:spcAft>
              <a:buSzPts val="1600"/>
              <a:buFont typeface="Times New Roman"/>
              <a:buChar char="»"/>
              <a:defRPr sz="1600"/>
            </a:lvl7pPr>
            <a:lvl8pPr indent="-330200" lvl="7" marL="3657600" algn="l">
              <a:spcBef>
                <a:spcPts val="320"/>
              </a:spcBef>
              <a:spcAft>
                <a:spcPts val="0"/>
              </a:spcAft>
              <a:buSzPts val="1600"/>
              <a:buFont typeface="Times New Roman"/>
              <a:buChar char="»"/>
              <a:defRPr sz="1600"/>
            </a:lvl8pPr>
            <a:lvl9pPr indent="-330200" lvl="8" marL="4114800" algn="l">
              <a:spcBef>
                <a:spcPts val="320"/>
              </a:spcBef>
              <a:spcAft>
                <a:spcPts val="0"/>
              </a:spcAft>
              <a:buSzPts val="1600"/>
              <a:buFont typeface="Times New Roman"/>
              <a:buChar char="»"/>
              <a:defRPr sz="1600"/>
            </a:lvl9pPr>
          </a:lstStyle>
          <a:p/>
        </p:txBody>
      </p:sp>
      <p:sp>
        <p:nvSpPr>
          <p:cNvPr id="90" name="Google Shape;90;p48"/>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SzPts val="1800"/>
              <a:buNone/>
              <a:defRPr b="1" sz="2400"/>
            </a:lvl1pPr>
            <a:lvl2pPr indent="-228600" lvl="1" marL="914400" algn="l">
              <a:spcBef>
                <a:spcPts val="400"/>
              </a:spcBef>
              <a:spcAft>
                <a:spcPts val="0"/>
              </a:spcAft>
              <a:buSzPts val="2000"/>
              <a:buFont typeface="Times New Roman"/>
              <a:buNone/>
              <a:defRPr b="1" sz="2000"/>
            </a:lvl2pPr>
            <a:lvl3pPr indent="-228600" lvl="2" marL="1371600" algn="l">
              <a:spcBef>
                <a:spcPts val="360"/>
              </a:spcBef>
              <a:spcAft>
                <a:spcPts val="0"/>
              </a:spcAft>
              <a:buSzPts val="1800"/>
              <a:buFont typeface="Times New Roman"/>
              <a:buNone/>
              <a:defRPr b="1" sz="1800"/>
            </a:lvl3pPr>
            <a:lvl4pPr indent="-228600" lvl="3" marL="1828800" algn="l">
              <a:spcBef>
                <a:spcPts val="320"/>
              </a:spcBef>
              <a:spcAft>
                <a:spcPts val="0"/>
              </a:spcAft>
              <a:buSzPts val="1600"/>
              <a:buFont typeface="Times New Roman"/>
              <a:buNone/>
              <a:defRPr b="1" sz="1600"/>
            </a:lvl4pPr>
            <a:lvl5pPr indent="-228600" lvl="4" marL="2286000" algn="l">
              <a:spcBef>
                <a:spcPts val="320"/>
              </a:spcBef>
              <a:spcAft>
                <a:spcPts val="0"/>
              </a:spcAft>
              <a:buSzPts val="1600"/>
              <a:buFont typeface="Times New Roman"/>
              <a:buNone/>
              <a:defRPr b="1" sz="1600"/>
            </a:lvl5pPr>
            <a:lvl6pPr indent="-228600" lvl="5" marL="2743200" algn="l">
              <a:spcBef>
                <a:spcPts val="320"/>
              </a:spcBef>
              <a:spcAft>
                <a:spcPts val="0"/>
              </a:spcAft>
              <a:buSzPts val="1600"/>
              <a:buFont typeface="Times New Roman"/>
              <a:buNone/>
              <a:defRPr b="1" sz="1600"/>
            </a:lvl6pPr>
            <a:lvl7pPr indent="-228600" lvl="6" marL="3200400" algn="l">
              <a:spcBef>
                <a:spcPts val="320"/>
              </a:spcBef>
              <a:spcAft>
                <a:spcPts val="0"/>
              </a:spcAft>
              <a:buSzPts val="1600"/>
              <a:buFont typeface="Times New Roman"/>
              <a:buNone/>
              <a:defRPr b="1" sz="1600"/>
            </a:lvl7pPr>
            <a:lvl8pPr indent="-228600" lvl="7" marL="3657600" algn="l">
              <a:spcBef>
                <a:spcPts val="320"/>
              </a:spcBef>
              <a:spcAft>
                <a:spcPts val="0"/>
              </a:spcAft>
              <a:buSzPts val="1600"/>
              <a:buFont typeface="Times New Roman"/>
              <a:buNone/>
              <a:defRPr b="1" sz="1600"/>
            </a:lvl8pPr>
            <a:lvl9pPr indent="-228600" lvl="8" marL="4114800" algn="l">
              <a:spcBef>
                <a:spcPts val="320"/>
              </a:spcBef>
              <a:spcAft>
                <a:spcPts val="0"/>
              </a:spcAft>
              <a:buSzPts val="1600"/>
              <a:buFont typeface="Times New Roman"/>
              <a:buNone/>
              <a:defRPr b="1" sz="1600"/>
            </a:lvl9pPr>
          </a:lstStyle>
          <a:p/>
        </p:txBody>
      </p:sp>
      <p:sp>
        <p:nvSpPr>
          <p:cNvPr id="91" name="Google Shape;91;p48"/>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Autofit/>
          </a:bodyPr>
          <a:lstStyle>
            <a:lvl1pPr indent="-342900" lvl="0" marL="457200" algn="l">
              <a:spcBef>
                <a:spcPts val="480"/>
              </a:spcBef>
              <a:spcAft>
                <a:spcPts val="0"/>
              </a:spcAft>
              <a:buSzPts val="1800"/>
              <a:buChar char="●"/>
              <a:defRPr sz="2400"/>
            </a:lvl1pPr>
            <a:lvl2pPr indent="-355600" lvl="1" marL="914400" algn="l">
              <a:spcBef>
                <a:spcPts val="400"/>
              </a:spcBef>
              <a:spcAft>
                <a:spcPts val="0"/>
              </a:spcAft>
              <a:buSzPts val="2000"/>
              <a:buFont typeface="Times New Roman"/>
              <a:buChar char="•"/>
              <a:defRPr sz="2000"/>
            </a:lvl2pPr>
            <a:lvl3pPr indent="-342900" lvl="2" marL="1371600" algn="l">
              <a:spcBef>
                <a:spcPts val="360"/>
              </a:spcBef>
              <a:spcAft>
                <a:spcPts val="0"/>
              </a:spcAft>
              <a:buSzPts val="1800"/>
              <a:buFont typeface="Times New Roman"/>
              <a:buChar char="–"/>
              <a:defRPr sz="1800"/>
            </a:lvl3pPr>
            <a:lvl4pPr indent="-330200" lvl="3" marL="1828800" algn="l">
              <a:spcBef>
                <a:spcPts val="320"/>
              </a:spcBef>
              <a:spcAft>
                <a:spcPts val="0"/>
              </a:spcAft>
              <a:buSzPts val="1600"/>
              <a:buFont typeface="Times New Roman"/>
              <a:buChar char="–"/>
              <a:defRPr sz="1600"/>
            </a:lvl4pPr>
            <a:lvl5pPr indent="-330200" lvl="4" marL="2286000" algn="l">
              <a:spcBef>
                <a:spcPts val="320"/>
              </a:spcBef>
              <a:spcAft>
                <a:spcPts val="0"/>
              </a:spcAft>
              <a:buSzPts val="1600"/>
              <a:buFont typeface="Times New Roman"/>
              <a:buChar char="»"/>
              <a:defRPr sz="1600"/>
            </a:lvl5pPr>
            <a:lvl6pPr indent="-330200" lvl="5" marL="2743200" algn="l">
              <a:spcBef>
                <a:spcPts val="320"/>
              </a:spcBef>
              <a:spcAft>
                <a:spcPts val="0"/>
              </a:spcAft>
              <a:buSzPts val="1600"/>
              <a:buFont typeface="Times New Roman"/>
              <a:buChar char="»"/>
              <a:defRPr sz="1600"/>
            </a:lvl6pPr>
            <a:lvl7pPr indent="-330200" lvl="6" marL="3200400" algn="l">
              <a:spcBef>
                <a:spcPts val="320"/>
              </a:spcBef>
              <a:spcAft>
                <a:spcPts val="0"/>
              </a:spcAft>
              <a:buSzPts val="1600"/>
              <a:buFont typeface="Times New Roman"/>
              <a:buChar char="»"/>
              <a:defRPr sz="1600"/>
            </a:lvl7pPr>
            <a:lvl8pPr indent="-330200" lvl="7" marL="3657600" algn="l">
              <a:spcBef>
                <a:spcPts val="320"/>
              </a:spcBef>
              <a:spcAft>
                <a:spcPts val="0"/>
              </a:spcAft>
              <a:buSzPts val="1600"/>
              <a:buFont typeface="Times New Roman"/>
              <a:buChar char="»"/>
              <a:defRPr sz="1600"/>
            </a:lvl8pPr>
            <a:lvl9pPr indent="-330200" lvl="8" marL="4114800" algn="l">
              <a:spcBef>
                <a:spcPts val="320"/>
              </a:spcBef>
              <a:spcAft>
                <a:spcPts val="0"/>
              </a:spcAft>
              <a:buSzPts val="1600"/>
              <a:buFont typeface="Times New Roman"/>
              <a:buChar char="»"/>
              <a:defRPr sz="1600"/>
            </a:lvl9pPr>
          </a:lstStyle>
          <a:p/>
        </p:txBody>
      </p:sp>
      <p:sp>
        <p:nvSpPr>
          <p:cNvPr id="92" name="Google Shape;92;p48"/>
          <p:cNvSpPr txBox="1"/>
          <p:nvPr>
            <p:ph idx="10" type="dt"/>
          </p:nvPr>
        </p:nvSpPr>
        <p:spPr>
          <a:xfrm>
            <a:off x="1225550" y="6248400"/>
            <a:ext cx="1905000" cy="457200"/>
          </a:xfrm>
          <a:prstGeom prst="rect">
            <a:avLst/>
          </a:prstGeom>
          <a:noFill/>
          <a:ln>
            <a:noFill/>
          </a:ln>
        </p:spPr>
        <p:txBody>
          <a:bodyPr anchorCtr="0" anchor="t" bIns="45700" lIns="91425" spcFirstLastPara="1" rIns="91425" wrap="square" tIns="45700">
            <a:noAutofit/>
          </a:bodyPr>
          <a:lstStyle>
            <a:lvl1pPr lvl="0" algn="l">
              <a:spcBef>
                <a:spcPts val="70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3" name="Google Shape;93;p48"/>
          <p:cNvSpPr txBox="1"/>
          <p:nvPr>
            <p:ph idx="11" type="ftr"/>
          </p:nvPr>
        </p:nvSpPr>
        <p:spPr>
          <a:xfrm>
            <a:off x="3663950" y="6248400"/>
            <a:ext cx="2895600" cy="457200"/>
          </a:xfrm>
          <a:prstGeom prst="rect">
            <a:avLst/>
          </a:prstGeom>
          <a:noFill/>
          <a:ln>
            <a:noFill/>
          </a:ln>
        </p:spPr>
        <p:txBody>
          <a:bodyPr anchorCtr="0" anchor="t" bIns="45700" lIns="91425" spcFirstLastPara="1" rIns="91425" wrap="square" tIns="45700">
            <a:noAutofit/>
          </a:bodyPr>
          <a:lstStyle>
            <a:lvl1pPr lvl="0" algn="ctr">
              <a:spcBef>
                <a:spcPts val="70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4" name="Google Shape;94;p48"/>
          <p:cNvSpPr txBox="1"/>
          <p:nvPr>
            <p:ph idx="12" type="sldNum"/>
          </p:nvPr>
        </p:nvSpPr>
        <p:spPr>
          <a:xfrm>
            <a:off x="7092950" y="6248400"/>
            <a:ext cx="1905000" cy="45720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sz="1400">
                <a:solidFill>
                  <a:schemeClr val="lt1"/>
                </a:solidFill>
                <a:latin typeface="Arial Narrow"/>
                <a:ea typeface="Arial Narrow"/>
                <a:cs typeface="Arial Narrow"/>
                <a:sym typeface="Arial Narrow"/>
              </a:defRPr>
            </a:lvl1pPr>
            <a:lvl2pPr indent="0" lvl="1" marL="0" marR="0" algn="r">
              <a:spcBef>
                <a:spcPts val="0"/>
              </a:spcBef>
              <a:spcAft>
                <a:spcPts val="0"/>
              </a:spcAft>
              <a:buNone/>
              <a:defRPr sz="1400">
                <a:solidFill>
                  <a:schemeClr val="lt1"/>
                </a:solidFill>
                <a:latin typeface="Arial Narrow"/>
                <a:ea typeface="Arial Narrow"/>
                <a:cs typeface="Arial Narrow"/>
                <a:sym typeface="Arial Narrow"/>
              </a:defRPr>
            </a:lvl2pPr>
            <a:lvl3pPr indent="0" lvl="2" marL="0" marR="0" algn="r">
              <a:spcBef>
                <a:spcPts val="0"/>
              </a:spcBef>
              <a:spcAft>
                <a:spcPts val="0"/>
              </a:spcAft>
              <a:buNone/>
              <a:defRPr sz="1400">
                <a:solidFill>
                  <a:schemeClr val="lt1"/>
                </a:solidFill>
                <a:latin typeface="Arial Narrow"/>
                <a:ea typeface="Arial Narrow"/>
                <a:cs typeface="Arial Narrow"/>
                <a:sym typeface="Arial Narrow"/>
              </a:defRPr>
            </a:lvl3pPr>
            <a:lvl4pPr indent="0" lvl="3" marL="0" marR="0" algn="r">
              <a:spcBef>
                <a:spcPts val="0"/>
              </a:spcBef>
              <a:spcAft>
                <a:spcPts val="0"/>
              </a:spcAft>
              <a:buNone/>
              <a:defRPr sz="1400">
                <a:solidFill>
                  <a:schemeClr val="lt1"/>
                </a:solidFill>
                <a:latin typeface="Arial Narrow"/>
                <a:ea typeface="Arial Narrow"/>
                <a:cs typeface="Arial Narrow"/>
                <a:sym typeface="Arial Narrow"/>
              </a:defRPr>
            </a:lvl4pPr>
            <a:lvl5pPr indent="0" lvl="4" marL="0" marR="0" algn="r">
              <a:spcBef>
                <a:spcPts val="0"/>
              </a:spcBef>
              <a:spcAft>
                <a:spcPts val="0"/>
              </a:spcAft>
              <a:buNone/>
              <a:defRPr sz="1400">
                <a:solidFill>
                  <a:schemeClr val="lt1"/>
                </a:solidFill>
                <a:latin typeface="Arial Narrow"/>
                <a:ea typeface="Arial Narrow"/>
                <a:cs typeface="Arial Narrow"/>
                <a:sym typeface="Arial Narrow"/>
              </a:defRPr>
            </a:lvl5pPr>
            <a:lvl6pPr indent="0" lvl="5" marL="0" marR="0" algn="r">
              <a:spcBef>
                <a:spcPts val="0"/>
              </a:spcBef>
              <a:spcAft>
                <a:spcPts val="0"/>
              </a:spcAft>
              <a:buNone/>
              <a:defRPr sz="1400">
                <a:solidFill>
                  <a:schemeClr val="lt1"/>
                </a:solidFill>
                <a:latin typeface="Arial Narrow"/>
                <a:ea typeface="Arial Narrow"/>
                <a:cs typeface="Arial Narrow"/>
                <a:sym typeface="Arial Narrow"/>
              </a:defRPr>
            </a:lvl6pPr>
            <a:lvl7pPr indent="0" lvl="6" marL="0" marR="0" algn="r">
              <a:spcBef>
                <a:spcPts val="0"/>
              </a:spcBef>
              <a:spcAft>
                <a:spcPts val="0"/>
              </a:spcAft>
              <a:buNone/>
              <a:defRPr sz="1400">
                <a:solidFill>
                  <a:schemeClr val="lt1"/>
                </a:solidFill>
                <a:latin typeface="Arial Narrow"/>
                <a:ea typeface="Arial Narrow"/>
                <a:cs typeface="Arial Narrow"/>
                <a:sym typeface="Arial Narrow"/>
              </a:defRPr>
            </a:lvl7pPr>
            <a:lvl8pPr indent="0" lvl="7" marL="0" marR="0" algn="r">
              <a:spcBef>
                <a:spcPts val="0"/>
              </a:spcBef>
              <a:spcAft>
                <a:spcPts val="0"/>
              </a:spcAft>
              <a:buNone/>
              <a:defRPr sz="1400">
                <a:solidFill>
                  <a:schemeClr val="lt1"/>
                </a:solidFill>
                <a:latin typeface="Arial Narrow"/>
                <a:ea typeface="Arial Narrow"/>
                <a:cs typeface="Arial Narrow"/>
                <a:sym typeface="Arial Narrow"/>
              </a:defRPr>
            </a:lvl8pPr>
            <a:lvl9pPr indent="0" lvl="8" marL="0" marR="0" algn="r">
              <a:spcBef>
                <a:spcPts val="0"/>
              </a:spcBef>
              <a:spcAft>
                <a:spcPts val="0"/>
              </a:spcAft>
              <a:buNone/>
              <a:defRPr sz="1400">
                <a:solidFill>
                  <a:schemeClr val="lt1"/>
                </a:solidFill>
                <a:latin typeface="Arial Narrow"/>
                <a:ea typeface="Arial Narrow"/>
                <a:cs typeface="Arial Narrow"/>
                <a:sym typeface="Arial Narrow"/>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5" name="Shape 95"/>
        <p:cNvGrpSpPr/>
        <p:nvPr/>
      </p:nvGrpSpPr>
      <p:grpSpPr>
        <a:xfrm>
          <a:off x="0" y="0"/>
          <a:ext cx="0" cy="0"/>
          <a:chOff x="0" y="0"/>
          <a:chExt cx="0" cy="0"/>
        </a:xfrm>
      </p:grpSpPr>
      <p:sp>
        <p:nvSpPr>
          <p:cNvPr id="96" name="Google Shape;96;p49"/>
          <p:cNvSpPr txBox="1"/>
          <p:nvPr>
            <p:ph idx="10" type="dt"/>
          </p:nvPr>
        </p:nvSpPr>
        <p:spPr>
          <a:xfrm>
            <a:off x="1225550" y="6248400"/>
            <a:ext cx="1905000" cy="457200"/>
          </a:xfrm>
          <a:prstGeom prst="rect">
            <a:avLst/>
          </a:prstGeom>
          <a:noFill/>
          <a:ln>
            <a:noFill/>
          </a:ln>
        </p:spPr>
        <p:txBody>
          <a:bodyPr anchorCtr="0" anchor="t" bIns="45700" lIns="91425" spcFirstLastPara="1" rIns="91425" wrap="square" tIns="45700">
            <a:noAutofit/>
          </a:bodyPr>
          <a:lstStyle>
            <a:lvl1pPr lvl="0" algn="l">
              <a:spcBef>
                <a:spcPts val="70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7" name="Google Shape;97;p49"/>
          <p:cNvSpPr txBox="1"/>
          <p:nvPr>
            <p:ph idx="11" type="ftr"/>
          </p:nvPr>
        </p:nvSpPr>
        <p:spPr>
          <a:xfrm>
            <a:off x="3663950" y="6248400"/>
            <a:ext cx="2895600" cy="457200"/>
          </a:xfrm>
          <a:prstGeom prst="rect">
            <a:avLst/>
          </a:prstGeom>
          <a:noFill/>
          <a:ln>
            <a:noFill/>
          </a:ln>
        </p:spPr>
        <p:txBody>
          <a:bodyPr anchorCtr="0" anchor="t" bIns="45700" lIns="91425" spcFirstLastPara="1" rIns="91425" wrap="square" tIns="45700">
            <a:noAutofit/>
          </a:bodyPr>
          <a:lstStyle>
            <a:lvl1pPr lvl="0" algn="ctr">
              <a:spcBef>
                <a:spcPts val="70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8" name="Google Shape;98;p49"/>
          <p:cNvSpPr txBox="1"/>
          <p:nvPr>
            <p:ph idx="12" type="sldNum"/>
          </p:nvPr>
        </p:nvSpPr>
        <p:spPr>
          <a:xfrm>
            <a:off x="7092950" y="6248400"/>
            <a:ext cx="1905000" cy="45720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sz="1400">
                <a:solidFill>
                  <a:schemeClr val="lt1"/>
                </a:solidFill>
                <a:latin typeface="Arial Narrow"/>
                <a:ea typeface="Arial Narrow"/>
                <a:cs typeface="Arial Narrow"/>
                <a:sym typeface="Arial Narrow"/>
              </a:defRPr>
            </a:lvl1pPr>
            <a:lvl2pPr indent="0" lvl="1" marL="0" marR="0" algn="r">
              <a:spcBef>
                <a:spcPts val="0"/>
              </a:spcBef>
              <a:spcAft>
                <a:spcPts val="0"/>
              </a:spcAft>
              <a:buNone/>
              <a:defRPr sz="1400">
                <a:solidFill>
                  <a:schemeClr val="lt1"/>
                </a:solidFill>
                <a:latin typeface="Arial Narrow"/>
                <a:ea typeface="Arial Narrow"/>
                <a:cs typeface="Arial Narrow"/>
                <a:sym typeface="Arial Narrow"/>
              </a:defRPr>
            </a:lvl2pPr>
            <a:lvl3pPr indent="0" lvl="2" marL="0" marR="0" algn="r">
              <a:spcBef>
                <a:spcPts val="0"/>
              </a:spcBef>
              <a:spcAft>
                <a:spcPts val="0"/>
              </a:spcAft>
              <a:buNone/>
              <a:defRPr sz="1400">
                <a:solidFill>
                  <a:schemeClr val="lt1"/>
                </a:solidFill>
                <a:latin typeface="Arial Narrow"/>
                <a:ea typeface="Arial Narrow"/>
                <a:cs typeface="Arial Narrow"/>
                <a:sym typeface="Arial Narrow"/>
              </a:defRPr>
            </a:lvl3pPr>
            <a:lvl4pPr indent="0" lvl="3" marL="0" marR="0" algn="r">
              <a:spcBef>
                <a:spcPts val="0"/>
              </a:spcBef>
              <a:spcAft>
                <a:spcPts val="0"/>
              </a:spcAft>
              <a:buNone/>
              <a:defRPr sz="1400">
                <a:solidFill>
                  <a:schemeClr val="lt1"/>
                </a:solidFill>
                <a:latin typeface="Arial Narrow"/>
                <a:ea typeface="Arial Narrow"/>
                <a:cs typeface="Arial Narrow"/>
                <a:sym typeface="Arial Narrow"/>
              </a:defRPr>
            </a:lvl4pPr>
            <a:lvl5pPr indent="0" lvl="4" marL="0" marR="0" algn="r">
              <a:spcBef>
                <a:spcPts val="0"/>
              </a:spcBef>
              <a:spcAft>
                <a:spcPts val="0"/>
              </a:spcAft>
              <a:buNone/>
              <a:defRPr sz="1400">
                <a:solidFill>
                  <a:schemeClr val="lt1"/>
                </a:solidFill>
                <a:latin typeface="Arial Narrow"/>
                <a:ea typeface="Arial Narrow"/>
                <a:cs typeface="Arial Narrow"/>
                <a:sym typeface="Arial Narrow"/>
              </a:defRPr>
            </a:lvl5pPr>
            <a:lvl6pPr indent="0" lvl="5" marL="0" marR="0" algn="r">
              <a:spcBef>
                <a:spcPts val="0"/>
              </a:spcBef>
              <a:spcAft>
                <a:spcPts val="0"/>
              </a:spcAft>
              <a:buNone/>
              <a:defRPr sz="1400">
                <a:solidFill>
                  <a:schemeClr val="lt1"/>
                </a:solidFill>
                <a:latin typeface="Arial Narrow"/>
                <a:ea typeface="Arial Narrow"/>
                <a:cs typeface="Arial Narrow"/>
                <a:sym typeface="Arial Narrow"/>
              </a:defRPr>
            </a:lvl6pPr>
            <a:lvl7pPr indent="0" lvl="6" marL="0" marR="0" algn="r">
              <a:spcBef>
                <a:spcPts val="0"/>
              </a:spcBef>
              <a:spcAft>
                <a:spcPts val="0"/>
              </a:spcAft>
              <a:buNone/>
              <a:defRPr sz="1400">
                <a:solidFill>
                  <a:schemeClr val="lt1"/>
                </a:solidFill>
                <a:latin typeface="Arial Narrow"/>
                <a:ea typeface="Arial Narrow"/>
                <a:cs typeface="Arial Narrow"/>
                <a:sym typeface="Arial Narrow"/>
              </a:defRPr>
            </a:lvl7pPr>
            <a:lvl8pPr indent="0" lvl="7" marL="0" marR="0" algn="r">
              <a:spcBef>
                <a:spcPts val="0"/>
              </a:spcBef>
              <a:spcAft>
                <a:spcPts val="0"/>
              </a:spcAft>
              <a:buNone/>
              <a:defRPr sz="1400">
                <a:solidFill>
                  <a:schemeClr val="lt1"/>
                </a:solidFill>
                <a:latin typeface="Arial Narrow"/>
                <a:ea typeface="Arial Narrow"/>
                <a:cs typeface="Arial Narrow"/>
                <a:sym typeface="Arial Narrow"/>
              </a:defRPr>
            </a:lvl8pPr>
            <a:lvl9pPr indent="0" lvl="8" marL="0" marR="0" algn="r">
              <a:spcBef>
                <a:spcPts val="0"/>
              </a:spcBef>
              <a:spcAft>
                <a:spcPts val="0"/>
              </a:spcAft>
              <a:buNone/>
              <a:defRPr sz="1400">
                <a:solidFill>
                  <a:schemeClr val="lt1"/>
                </a:solidFill>
                <a:latin typeface="Arial Narrow"/>
                <a:ea typeface="Arial Narrow"/>
                <a:cs typeface="Arial Narrow"/>
                <a:sym typeface="Arial Narrow"/>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99" name="Shape 99"/>
        <p:cNvGrpSpPr/>
        <p:nvPr/>
      </p:nvGrpSpPr>
      <p:grpSpPr>
        <a:xfrm>
          <a:off x="0" y="0"/>
          <a:ext cx="0" cy="0"/>
          <a:chOff x="0" y="0"/>
          <a:chExt cx="0" cy="0"/>
        </a:xfrm>
      </p:grpSpPr>
      <p:sp>
        <p:nvSpPr>
          <p:cNvPr id="100" name="Google Shape;100;p50"/>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1" name="Google Shape;101;p50"/>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Autofit/>
          </a:bodyPr>
          <a:lstStyle>
            <a:lvl1pPr indent="-381000" lvl="0" marL="457200" algn="l">
              <a:spcBef>
                <a:spcPts val="640"/>
              </a:spcBef>
              <a:spcAft>
                <a:spcPts val="0"/>
              </a:spcAft>
              <a:buSzPts val="2400"/>
              <a:buChar char="●"/>
              <a:defRPr sz="3200"/>
            </a:lvl1pPr>
            <a:lvl2pPr indent="-406400" lvl="1" marL="914400" algn="l">
              <a:spcBef>
                <a:spcPts val="560"/>
              </a:spcBef>
              <a:spcAft>
                <a:spcPts val="0"/>
              </a:spcAft>
              <a:buSzPts val="2800"/>
              <a:buFont typeface="Times New Roman"/>
              <a:buChar char="•"/>
              <a:defRPr sz="2800"/>
            </a:lvl2pPr>
            <a:lvl3pPr indent="-381000" lvl="2" marL="1371600" algn="l">
              <a:spcBef>
                <a:spcPts val="480"/>
              </a:spcBef>
              <a:spcAft>
                <a:spcPts val="0"/>
              </a:spcAft>
              <a:buSzPts val="2400"/>
              <a:buFont typeface="Times New Roman"/>
              <a:buChar char="–"/>
              <a:defRPr sz="2400"/>
            </a:lvl3pPr>
            <a:lvl4pPr indent="-355600" lvl="3" marL="1828800" algn="l">
              <a:spcBef>
                <a:spcPts val="400"/>
              </a:spcBef>
              <a:spcAft>
                <a:spcPts val="0"/>
              </a:spcAft>
              <a:buSzPts val="2000"/>
              <a:buFont typeface="Times New Roman"/>
              <a:buChar char="–"/>
              <a:defRPr sz="2000"/>
            </a:lvl4pPr>
            <a:lvl5pPr indent="-355600" lvl="4" marL="2286000" algn="l">
              <a:spcBef>
                <a:spcPts val="400"/>
              </a:spcBef>
              <a:spcAft>
                <a:spcPts val="0"/>
              </a:spcAft>
              <a:buSzPts val="2000"/>
              <a:buFont typeface="Times New Roman"/>
              <a:buChar char="»"/>
              <a:defRPr sz="2000"/>
            </a:lvl5pPr>
            <a:lvl6pPr indent="-355600" lvl="5" marL="2743200" algn="l">
              <a:spcBef>
                <a:spcPts val="400"/>
              </a:spcBef>
              <a:spcAft>
                <a:spcPts val="0"/>
              </a:spcAft>
              <a:buSzPts val="2000"/>
              <a:buFont typeface="Times New Roman"/>
              <a:buChar char="»"/>
              <a:defRPr sz="2000"/>
            </a:lvl6pPr>
            <a:lvl7pPr indent="-355600" lvl="6" marL="3200400" algn="l">
              <a:spcBef>
                <a:spcPts val="400"/>
              </a:spcBef>
              <a:spcAft>
                <a:spcPts val="0"/>
              </a:spcAft>
              <a:buSzPts val="2000"/>
              <a:buFont typeface="Times New Roman"/>
              <a:buChar char="»"/>
              <a:defRPr sz="2000"/>
            </a:lvl7pPr>
            <a:lvl8pPr indent="-355600" lvl="7" marL="3657600" algn="l">
              <a:spcBef>
                <a:spcPts val="400"/>
              </a:spcBef>
              <a:spcAft>
                <a:spcPts val="0"/>
              </a:spcAft>
              <a:buSzPts val="2000"/>
              <a:buFont typeface="Times New Roman"/>
              <a:buChar char="»"/>
              <a:defRPr sz="2000"/>
            </a:lvl8pPr>
            <a:lvl9pPr indent="-355600" lvl="8" marL="4114800" algn="l">
              <a:spcBef>
                <a:spcPts val="400"/>
              </a:spcBef>
              <a:spcAft>
                <a:spcPts val="0"/>
              </a:spcAft>
              <a:buSzPts val="2000"/>
              <a:buFont typeface="Times New Roman"/>
              <a:buChar char="»"/>
              <a:defRPr sz="2000"/>
            </a:lvl9pPr>
          </a:lstStyle>
          <a:p/>
        </p:txBody>
      </p:sp>
      <p:sp>
        <p:nvSpPr>
          <p:cNvPr id="102" name="Google Shape;102;p50"/>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SzPts val="1050"/>
              <a:buNone/>
              <a:defRPr sz="1400"/>
            </a:lvl1pPr>
            <a:lvl2pPr indent="-228600" lvl="1" marL="914400" algn="l">
              <a:spcBef>
                <a:spcPts val="240"/>
              </a:spcBef>
              <a:spcAft>
                <a:spcPts val="0"/>
              </a:spcAft>
              <a:buSzPts val="1200"/>
              <a:buFont typeface="Times New Roman"/>
              <a:buNone/>
              <a:defRPr sz="1200"/>
            </a:lvl2pPr>
            <a:lvl3pPr indent="-228600" lvl="2" marL="1371600" algn="l">
              <a:spcBef>
                <a:spcPts val="200"/>
              </a:spcBef>
              <a:spcAft>
                <a:spcPts val="0"/>
              </a:spcAft>
              <a:buSzPts val="1000"/>
              <a:buFont typeface="Times New Roman"/>
              <a:buNone/>
              <a:defRPr sz="1000"/>
            </a:lvl3pPr>
            <a:lvl4pPr indent="-228600" lvl="3" marL="1828800" algn="l">
              <a:spcBef>
                <a:spcPts val="180"/>
              </a:spcBef>
              <a:spcAft>
                <a:spcPts val="0"/>
              </a:spcAft>
              <a:buSzPts val="900"/>
              <a:buFont typeface="Times New Roman"/>
              <a:buNone/>
              <a:defRPr sz="900"/>
            </a:lvl4pPr>
            <a:lvl5pPr indent="-228600" lvl="4" marL="2286000" algn="l">
              <a:spcBef>
                <a:spcPts val="180"/>
              </a:spcBef>
              <a:spcAft>
                <a:spcPts val="0"/>
              </a:spcAft>
              <a:buSzPts val="900"/>
              <a:buFont typeface="Times New Roman"/>
              <a:buNone/>
              <a:defRPr sz="900"/>
            </a:lvl5pPr>
            <a:lvl6pPr indent="-228600" lvl="5" marL="2743200" algn="l">
              <a:spcBef>
                <a:spcPts val="180"/>
              </a:spcBef>
              <a:spcAft>
                <a:spcPts val="0"/>
              </a:spcAft>
              <a:buSzPts val="900"/>
              <a:buFont typeface="Times New Roman"/>
              <a:buNone/>
              <a:defRPr sz="900"/>
            </a:lvl6pPr>
            <a:lvl7pPr indent="-228600" lvl="6" marL="3200400" algn="l">
              <a:spcBef>
                <a:spcPts val="180"/>
              </a:spcBef>
              <a:spcAft>
                <a:spcPts val="0"/>
              </a:spcAft>
              <a:buSzPts val="900"/>
              <a:buFont typeface="Times New Roman"/>
              <a:buNone/>
              <a:defRPr sz="900"/>
            </a:lvl7pPr>
            <a:lvl8pPr indent="-228600" lvl="7" marL="3657600" algn="l">
              <a:spcBef>
                <a:spcPts val="180"/>
              </a:spcBef>
              <a:spcAft>
                <a:spcPts val="0"/>
              </a:spcAft>
              <a:buSzPts val="900"/>
              <a:buFont typeface="Times New Roman"/>
              <a:buNone/>
              <a:defRPr sz="900"/>
            </a:lvl8pPr>
            <a:lvl9pPr indent="-228600" lvl="8" marL="4114800" algn="l">
              <a:spcBef>
                <a:spcPts val="180"/>
              </a:spcBef>
              <a:spcAft>
                <a:spcPts val="0"/>
              </a:spcAft>
              <a:buSzPts val="900"/>
              <a:buFont typeface="Times New Roman"/>
              <a:buNone/>
              <a:defRPr sz="900"/>
            </a:lvl9pPr>
          </a:lstStyle>
          <a:p/>
        </p:txBody>
      </p:sp>
      <p:sp>
        <p:nvSpPr>
          <p:cNvPr id="103" name="Google Shape;103;p50"/>
          <p:cNvSpPr txBox="1"/>
          <p:nvPr>
            <p:ph idx="10" type="dt"/>
          </p:nvPr>
        </p:nvSpPr>
        <p:spPr>
          <a:xfrm>
            <a:off x="1225550" y="6248400"/>
            <a:ext cx="1905000" cy="457200"/>
          </a:xfrm>
          <a:prstGeom prst="rect">
            <a:avLst/>
          </a:prstGeom>
          <a:noFill/>
          <a:ln>
            <a:noFill/>
          </a:ln>
        </p:spPr>
        <p:txBody>
          <a:bodyPr anchorCtr="0" anchor="t" bIns="45700" lIns="91425" spcFirstLastPara="1" rIns="91425" wrap="square" tIns="45700">
            <a:noAutofit/>
          </a:bodyPr>
          <a:lstStyle>
            <a:lvl1pPr lvl="0" algn="l">
              <a:spcBef>
                <a:spcPts val="70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4" name="Google Shape;104;p50"/>
          <p:cNvSpPr txBox="1"/>
          <p:nvPr>
            <p:ph idx="11" type="ftr"/>
          </p:nvPr>
        </p:nvSpPr>
        <p:spPr>
          <a:xfrm>
            <a:off x="3663950" y="6248400"/>
            <a:ext cx="2895600" cy="457200"/>
          </a:xfrm>
          <a:prstGeom prst="rect">
            <a:avLst/>
          </a:prstGeom>
          <a:noFill/>
          <a:ln>
            <a:noFill/>
          </a:ln>
        </p:spPr>
        <p:txBody>
          <a:bodyPr anchorCtr="0" anchor="t" bIns="45700" lIns="91425" spcFirstLastPara="1" rIns="91425" wrap="square" tIns="45700">
            <a:noAutofit/>
          </a:bodyPr>
          <a:lstStyle>
            <a:lvl1pPr lvl="0" algn="ctr">
              <a:spcBef>
                <a:spcPts val="70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5" name="Google Shape;105;p50"/>
          <p:cNvSpPr txBox="1"/>
          <p:nvPr>
            <p:ph idx="12" type="sldNum"/>
          </p:nvPr>
        </p:nvSpPr>
        <p:spPr>
          <a:xfrm>
            <a:off x="7092950" y="6248400"/>
            <a:ext cx="1905000" cy="45720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sz="1400">
                <a:solidFill>
                  <a:schemeClr val="lt1"/>
                </a:solidFill>
                <a:latin typeface="Arial Narrow"/>
                <a:ea typeface="Arial Narrow"/>
                <a:cs typeface="Arial Narrow"/>
                <a:sym typeface="Arial Narrow"/>
              </a:defRPr>
            </a:lvl1pPr>
            <a:lvl2pPr indent="0" lvl="1" marL="0" marR="0" algn="r">
              <a:spcBef>
                <a:spcPts val="0"/>
              </a:spcBef>
              <a:spcAft>
                <a:spcPts val="0"/>
              </a:spcAft>
              <a:buNone/>
              <a:defRPr sz="1400">
                <a:solidFill>
                  <a:schemeClr val="lt1"/>
                </a:solidFill>
                <a:latin typeface="Arial Narrow"/>
                <a:ea typeface="Arial Narrow"/>
                <a:cs typeface="Arial Narrow"/>
                <a:sym typeface="Arial Narrow"/>
              </a:defRPr>
            </a:lvl2pPr>
            <a:lvl3pPr indent="0" lvl="2" marL="0" marR="0" algn="r">
              <a:spcBef>
                <a:spcPts val="0"/>
              </a:spcBef>
              <a:spcAft>
                <a:spcPts val="0"/>
              </a:spcAft>
              <a:buNone/>
              <a:defRPr sz="1400">
                <a:solidFill>
                  <a:schemeClr val="lt1"/>
                </a:solidFill>
                <a:latin typeface="Arial Narrow"/>
                <a:ea typeface="Arial Narrow"/>
                <a:cs typeface="Arial Narrow"/>
                <a:sym typeface="Arial Narrow"/>
              </a:defRPr>
            </a:lvl3pPr>
            <a:lvl4pPr indent="0" lvl="3" marL="0" marR="0" algn="r">
              <a:spcBef>
                <a:spcPts val="0"/>
              </a:spcBef>
              <a:spcAft>
                <a:spcPts val="0"/>
              </a:spcAft>
              <a:buNone/>
              <a:defRPr sz="1400">
                <a:solidFill>
                  <a:schemeClr val="lt1"/>
                </a:solidFill>
                <a:latin typeface="Arial Narrow"/>
                <a:ea typeface="Arial Narrow"/>
                <a:cs typeface="Arial Narrow"/>
                <a:sym typeface="Arial Narrow"/>
              </a:defRPr>
            </a:lvl4pPr>
            <a:lvl5pPr indent="0" lvl="4" marL="0" marR="0" algn="r">
              <a:spcBef>
                <a:spcPts val="0"/>
              </a:spcBef>
              <a:spcAft>
                <a:spcPts val="0"/>
              </a:spcAft>
              <a:buNone/>
              <a:defRPr sz="1400">
                <a:solidFill>
                  <a:schemeClr val="lt1"/>
                </a:solidFill>
                <a:latin typeface="Arial Narrow"/>
                <a:ea typeface="Arial Narrow"/>
                <a:cs typeface="Arial Narrow"/>
                <a:sym typeface="Arial Narrow"/>
              </a:defRPr>
            </a:lvl5pPr>
            <a:lvl6pPr indent="0" lvl="5" marL="0" marR="0" algn="r">
              <a:spcBef>
                <a:spcPts val="0"/>
              </a:spcBef>
              <a:spcAft>
                <a:spcPts val="0"/>
              </a:spcAft>
              <a:buNone/>
              <a:defRPr sz="1400">
                <a:solidFill>
                  <a:schemeClr val="lt1"/>
                </a:solidFill>
                <a:latin typeface="Arial Narrow"/>
                <a:ea typeface="Arial Narrow"/>
                <a:cs typeface="Arial Narrow"/>
                <a:sym typeface="Arial Narrow"/>
              </a:defRPr>
            </a:lvl6pPr>
            <a:lvl7pPr indent="0" lvl="6" marL="0" marR="0" algn="r">
              <a:spcBef>
                <a:spcPts val="0"/>
              </a:spcBef>
              <a:spcAft>
                <a:spcPts val="0"/>
              </a:spcAft>
              <a:buNone/>
              <a:defRPr sz="1400">
                <a:solidFill>
                  <a:schemeClr val="lt1"/>
                </a:solidFill>
                <a:latin typeface="Arial Narrow"/>
                <a:ea typeface="Arial Narrow"/>
                <a:cs typeface="Arial Narrow"/>
                <a:sym typeface="Arial Narrow"/>
              </a:defRPr>
            </a:lvl7pPr>
            <a:lvl8pPr indent="0" lvl="7" marL="0" marR="0" algn="r">
              <a:spcBef>
                <a:spcPts val="0"/>
              </a:spcBef>
              <a:spcAft>
                <a:spcPts val="0"/>
              </a:spcAft>
              <a:buNone/>
              <a:defRPr sz="1400">
                <a:solidFill>
                  <a:schemeClr val="lt1"/>
                </a:solidFill>
                <a:latin typeface="Arial Narrow"/>
                <a:ea typeface="Arial Narrow"/>
                <a:cs typeface="Arial Narrow"/>
                <a:sym typeface="Arial Narrow"/>
              </a:defRPr>
            </a:lvl8pPr>
            <a:lvl9pPr indent="0" lvl="8" marL="0" marR="0" algn="r">
              <a:spcBef>
                <a:spcPts val="0"/>
              </a:spcBef>
              <a:spcAft>
                <a:spcPts val="0"/>
              </a:spcAft>
              <a:buNone/>
              <a:defRPr sz="1400">
                <a:solidFill>
                  <a:schemeClr val="lt1"/>
                </a:solidFill>
                <a:latin typeface="Arial Narrow"/>
                <a:ea typeface="Arial Narrow"/>
                <a:cs typeface="Arial Narrow"/>
                <a:sym typeface="Arial Narrow"/>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06" name="Shape 106"/>
        <p:cNvGrpSpPr/>
        <p:nvPr/>
      </p:nvGrpSpPr>
      <p:grpSpPr>
        <a:xfrm>
          <a:off x="0" y="0"/>
          <a:ext cx="0" cy="0"/>
          <a:chOff x="0" y="0"/>
          <a:chExt cx="0" cy="0"/>
        </a:xfrm>
      </p:grpSpPr>
      <p:sp>
        <p:nvSpPr>
          <p:cNvPr id="107" name="Google Shape;107;p51"/>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8" name="Google Shape;108;p51"/>
          <p:cNvSpPr/>
          <p:nvPr>
            <p:ph idx="2" type="pic"/>
          </p:nvPr>
        </p:nvSpPr>
        <p:spPr>
          <a:xfrm>
            <a:off x="1792288" y="612775"/>
            <a:ext cx="5486400" cy="4114800"/>
          </a:xfrm>
          <a:prstGeom prst="rect">
            <a:avLst/>
          </a:prstGeom>
          <a:noFill/>
          <a:ln>
            <a:noFill/>
          </a:ln>
        </p:spPr>
      </p:sp>
      <p:sp>
        <p:nvSpPr>
          <p:cNvPr id="109" name="Google Shape;109;p51"/>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SzPts val="1050"/>
              <a:buNone/>
              <a:defRPr sz="1400"/>
            </a:lvl1pPr>
            <a:lvl2pPr indent="-228600" lvl="1" marL="914400" algn="l">
              <a:spcBef>
                <a:spcPts val="240"/>
              </a:spcBef>
              <a:spcAft>
                <a:spcPts val="0"/>
              </a:spcAft>
              <a:buSzPts val="1200"/>
              <a:buFont typeface="Times New Roman"/>
              <a:buNone/>
              <a:defRPr sz="1200"/>
            </a:lvl2pPr>
            <a:lvl3pPr indent="-228600" lvl="2" marL="1371600" algn="l">
              <a:spcBef>
                <a:spcPts val="200"/>
              </a:spcBef>
              <a:spcAft>
                <a:spcPts val="0"/>
              </a:spcAft>
              <a:buSzPts val="1000"/>
              <a:buFont typeface="Times New Roman"/>
              <a:buNone/>
              <a:defRPr sz="1000"/>
            </a:lvl3pPr>
            <a:lvl4pPr indent="-228600" lvl="3" marL="1828800" algn="l">
              <a:spcBef>
                <a:spcPts val="180"/>
              </a:spcBef>
              <a:spcAft>
                <a:spcPts val="0"/>
              </a:spcAft>
              <a:buSzPts val="900"/>
              <a:buFont typeface="Times New Roman"/>
              <a:buNone/>
              <a:defRPr sz="900"/>
            </a:lvl4pPr>
            <a:lvl5pPr indent="-228600" lvl="4" marL="2286000" algn="l">
              <a:spcBef>
                <a:spcPts val="180"/>
              </a:spcBef>
              <a:spcAft>
                <a:spcPts val="0"/>
              </a:spcAft>
              <a:buSzPts val="900"/>
              <a:buFont typeface="Times New Roman"/>
              <a:buNone/>
              <a:defRPr sz="900"/>
            </a:lvl5pPr>
            <a:lvl6pPr indent="-228600" lvl="5" marL="2743200" algn="l">
              <a:spcBef>
                <a:spcPts val="180"/>
              </a:spcBef>
              <a:spcAft>
                <a:spcPts val="0"/>
              </a:spcAft>
              <a:buSzPts val="900"/>
              <a:buFont typeface="Times New Roman"/>
              <a:buNone/>
              <a:defRPr sz="900"/>
            </a:lvl6pPr>
            <a:lvl7pPr indent="-228600" lvl="6" marL="3200400" algn="l">
              <a:spcBef>
                <a:spcPts val="180"/>
              </a:spcBef>
              <a:spcAft>
                <a:spcPts val="0"/>
              </a:spcAft>
              <a:buSzPts val="900"/>
              <a:buFont typeface="Times New Roman"/>
              <a:buNone/>
              <a:defRPr sz="900"/>
            </a:lvl7pPr>
            <a:lvl8pPr indent="-228600" lvl="7" marL="3657600" algn="l">
              <a:spcBef>
                <a:spcPts val="180"/>
              </a:spcBef>
              <a:spcAft>
                <a:spcPts val="0"/>
              </a:spcAft>
              <a:buSzPts val="900"/>
              <a:buFont typeface="Times New Roman"/>
              <a:buNone/>
              <a:defRPr sz="900"/>
            </a:lvl8pPr>
            <a:lvl9pPr indent="-228600" lvl="8" marL="4114800" algn="l">
              <a:spcBef>
                <a:spcPts val="180"/>
              </a:spcBef>
              <a:spcAft>
                <a:spcPts val="0"/>
              </a:spcAft>
              <a:buSzPts val="900"/>
              <a:buFont typeface="Times New Roman"/>
              <a:buNone/>
              <a:defRPr sz="900"/>
            </a:lvl9pPr>
          </a:lstStyle>
          <a:p/>
        </p:txBody>
      </p:sp>
      <p:sp>
        <p:nvSpPr>
          <p:cNvPr id="110" name="Google Shape;110;p51"/>
          <p:cNvSpPr txBox="1"/>
          <p:nvPr>
            <p:ph idx="10" type="dt"/>
          </p:nvPr>
        </p:nvSpPr>
        <p:spPr>
          <a:xfrm>
            <a:off x="1225550" y="6248400"/>
            <a:ext cx="1905000" cy="457200"/>
          </a:xfrm>
          <a:prstGeom prst="rect">
            <a:avLst/>
          </a:prstGeom>
          <a:noFill/>
          <a:ln>
            <a:noFill/>
          </a:ln>
        </p:spPr>
        <p:txBody>
          <a:bodyPr anchorCtr="0" anchor="t" bIns="45700" lIns="91425" spcFirstLastPara="1" rIns="91425" wrap="square" tIns="45700">
            <a:noAutofit/>
          </a:bodyPr>
          <a:lstStyle>
            <a:lvl1pPr lvl="0" algn="l">
              <a:spcBef>
                <a:spcPts val="70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1" name="Google Shape;111;p51"/>
          <p:cNvSpPr txBox="1"/>
          <p:nvPr>
            <p:ph idx="11" type="ftr"/>
          </p:nvPr>
        </p:nvSpPr>
        <p:spPr>
          <a:xfrm>
            <a:off x="3663950" y="6248400"/>
            <a:ext cx="2895600" cy="457200"/>
          </a:xfrm>
          <a:prstGeom prst="rect">
            <a:avLst/>
          </a:prstGeom>
          <a:noFill/>
          <a:ln>
            <a:noFill/>
          </a:ln>
        </p:spPr>
        <p:txBody>
          <a:bodyPr anchorCtr="0" anchor="t" bIns="45700" lIns="91425" spcFirstLastPara="1" rIns="91425" wrap="square" tIns="45700">
            <a:noAutofit/>
          </a:bodyPr>
          <a:lstStyle>
            <a:lvl1pPr lvl="0" algn="ctr">
              <a:spcBef>
                <a:spcPts val="70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2" name="Google Shape;112;p51"/>
          <p:cNvSpPr txBox="1"/>
          <p:nvPr>
            <p:ph idx="12" type="sldNum"/>
          </p:nvPr>
        </p:nvSpPr>
        <p:spPr>
          <a:xfrm>
            <a:off x="7092950" y="6248400"/>
            <a:ext cx="1905000" cy="45720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sz="1400">
                <a:solidFill>
                  <a:schemeClr val="lt1"/>
                </a:solidFill>
                <a:latin typeface="Arial Narrow"/>
                <a:ea typeface="Arial Narrow"/>
                <a:cs typeface="Arial Narrow"/>
                <a:sym typeface="Arial Narrow"/>
              </a:defRPr>
            </a:lvl1pPr>
            <a:lvl2pPr indent="0" lvl="1" marL="0" marR="0" algn="r">
              <a:spcBef>
                <a:spcPts val="0"/>
              </a:spcBef>
              <a:spcAft>
                <a:spcPts val="0"/>
              </a:spcAft>
              <a:buNone/>
              <a:defRPr sz="1400">
                <a:solidFill>
                  <a:schemeClr val="lt1"/>
                </a:solidFill>
                <a:latin typeface="Arial Narrow"/>
                <a:ea typeface="Arial Narrow"/>
                <a:cs typeface="Arial Narrow"/>
                <a:sym typeface="Arial Narrow"/>
              </a:defRPr>
            </a:lvl2pPr>
            <a:lvl3pPr indent="0" lvl="2" marL="0" marR="0" algn="r">
              <a:spcBef>
                <a:spcPts val="0"/>
              </a:spcBef>
              <a:spcAft>
                <a:spcPts val="0"/>
              </a:spcAft>
              <a:buNone/>
              <a:defRPr sz="1400">
                <a:solidFill>
                  <a:schemeClr val="lt1"/>
                </a:solidFill>
                <a:latin typeface="Arial Narrow"/>
                <a:ea typeface="Arial Narrow"/>
                <a:cs typeface="Arial Narrow"/>
                <a:sym typeface="Arial Narrow"/>
              </a:defRPr>
            </a:lvl3pPr>
            <a:lvl4pPr indent="0" lvl="3" marL="0" marR="0" algn="r">
              <a:spcBef>
                <a:spcPts val="0"/>
              </a:spcBef>
              <a:spcAft>
                <a:spcPts val="0"/>
              </a:spcAft>
              <a:buNone/>
              <a:defRPr sz="1400">
                <a:solidFill>
                  <a:schemeClr val="lt1"/>
                </a:solidFill>
                <a:latin typeface="Arial Narrow"/>
                <a:ea typeface="Arial Narrow"/>
                <a:cs typeface="Arial Narrow"/>
                <a:sym typeface="Arial Narrow"/>
              </a:defRPr>
            </a:lvl4pPr>
            <a:lvl5pPr indent="0" lvl="4" marL="0" marR="0" algn="r">
              <a:spcBef>
                <a:spcPts val="0"/>
              </a:spcBef>
              <a:spcAft>
                <a:spcPts val="0"/>
              </a:spcAft>
              <a:buNone/>
              <a:defRPr sz="1400">
                <a:solidFill>
                  <a:schemeClr val="lt1"/>
                </a:solidFill>
                <a:latin typeface="Arial Narrow"/>
                <a:ea typeface="Arial Narrow"/>
                <a:cs typeface="Arial Narrow"/>
                <a:sym typeface="Arial Narrow"/>
              </a:defRPr>
            </a:lvl5pPr>
            <a:lvl6pPr indent="0" lvl="5" marL="0" marR="0" algn="r">
              <a:spcBef>
                <a:spcPts val="0"/>
              </a:spcBef>
              <a:spcAft>
                <a:spcPts val="0"/>
              </a:spcAft>
              <a:buNone/>
              <a:defRPr sz="1400">
                <a:solidFill>
                  <a:schemeClr val="lt1"/>
                </a:solidFill>
                <a:latin typeface="Arial Narrow"/>
                <a:ea typeface="Arial Narrow"/>
                <a:cs typeface="Arial Narrow"/>
                <a:sym typeface="Arial Narrow"/>
              </a:defRPr>
            </a:lvl6pPr>
            <a:lvl7pPr indent="0" lvl="6" marL="0" marR="0" algn="r">
              <a:spcBef>
                <a:spcPts val="0"/>
              </a:spcBef>
              <a:spcAft>
                <a:spcPts val="0"/>
              </a:spcAft>
              <a:buNone/>
              <a:defRPr sz="1400">
                <a:solidFill>
                  <a:schemeClr val="lt1"/>
                </a:solidFill>
                <a:latin typeface="Arial Narrow"/>
                <a:ea typeface="Arial Narrow"/>
                <a:cs typeface="Arial Narrow"/>
                <a:sym typeface="Arial Narrow"/>
              </a:defRPr>
            </a:lvl7pPr>
            <a:lvl8pPr indent="0" lvl="7" marL="0" marR="0" algn="r">
              <a:spcBef>
                <a:spcPts val="0"/>
              </a:spcBef>
              <a:spcAft>
                <a:spcPts val="0"/>
              </a:spcAft>
              <a:buNone/>
              <a:defRPr sz="1400">
                <a:solidFill>
                  <a:schemeClr val="lt1"/>
                </a:solidFill>
                <a:latin typeface="Arial Narrow"/>
                <a:ea typeface="Arial Narrow"/>
                <a:cs typeface="Arial Narrow"/>
                <a:sym typeface="Arial Narrow"/>
              </a:defRPr>
            </a:lvl8pPr>
            <a:lvl9pPr indent="0" lvl="8" marL="0" marR="0" algn="r">
              <a:spcBef>
                <a:spcPts val="0"/>
              </a:spcBef>
              <a:spcAft>
                <a:spcPts val="0"/>
              </a:spcAft>
              <a:buNone/>
              <a:defRPr sz="1400">
                <a:solidFill>
                  <a:schemeClr val="lt1"/>
                </a:solidFill>
                <a:latin typeface="Arial Narrow"/>
                <a:ea typeface="Arial Narrow"/>
                <a:cs typeface="Arial Narrow"/>
                <a:sym typeface="Arial Narrow"/>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13" name="Shape 113"/>
        <p:cNvGrpSpPr/>
        <p:nvPr/>
      </p:nvGrpSpPr>
      <p:grpSpPr>
        <a:xfrm>
          <a:off x="0" y="0"/>
          <a:ext cx="0" cy="0"/>
          <a:chOff x="0" y="0"/>
          <a:chExt cx="0" cy="0"/>
        </a:xfrm>
      </p:grpSpPr>
      <p:sp>
        <p:nvSpPr>
          <p:cNvPr id="114" name="Google Shape;114;p52"/>
          <p:cNvSpPr txBox="1"/>
          <p:nvPr>
            <p:ph type="title"/>
          </p:nvPr>
        </p:nvSpPr>
        <p:spPr>
          <a:xfrm>
            <a:off x="611188" y="198438"/>
            <a:ext cx="7588250" cy="6858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5" name="Google Shape;115;p52"/>
          <p:cNvSpPr txBox="1"/>
          <p:nvPr>
            <p:ph idx="1" type="body"/>
          </p:nvPr>
        </p:nvSpPr>
        <p:spPr>
          <a:xfrm rot="5400000">
            <a:off x="2309813" y="-433387"/>
            <a:ext cx="4905375" cy="8305800"/>
          </a:xfrm>
          <a:prstGeom prst="rect">
            <a:avLst/>
          </a:prstGeom>
          <a:noFill/>
          <a:ln>
            <a:noFill/>
          </a:ln>
        </p:spPr>
        <p:txBody>
          <a:bodyPr anchorCtr="0" anchor="t" bIns="45700" lIns="91425" spcFirstLastPara="1" rIns="91425" wrap="square" tIns="45700">
            <a:noAutofit/>
          </a:bodyPr>
          <a:lstStyle>
            <a:lvl1pPr indent="-314325" lvl="0" marL="457200" algn="l">
              <a:spcBef>
                <a:spcPts val="360"/>
              </a:spcBef>
              <a:spcAft>
                <a:spcPts val="0"/>
              </a:spcAft>
              <a:buSzPts val="1350"/>
              <a:buChar char="●"/>
              <a:defRPr/>
            </a:lvl1pPr>
            <a:lvl2pPr indent="-342900" lvl="1" marL="914400" algn="l">
              <a:spcBef>
                <a:spcPts val="360"/>
              </a:spcBef>
              <a:spcAft>
                <a:spcPts val="0"/>
              </a:spcAft>
              <a:buSzPts val="1800"/>
              <a:buChar char="•"/>
              <a:defRPr/>
            </a:lvl2pPr>
            <a:lvl3pPr indent="-342900" lvl="2" marL="1371600" algn="l">
              <a:spcBef>
                <a:spcPts val="360"/>
              </a:spcBef>
              <a:spcAft>
                <a:spcPts val="0"/>
              </a:spcAft>
              <a:buSzPts val="180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116" name="Google Shape;116;p52"/>
          <p:cNvSpPr txBox="1"/>
          <p:nvPr>
            <p:ph idx="10" type="dt"/>
          </p:nvPr>
        </p:nvSpPr>
        <p:spPr>
          <a:xfrm>
            <a:off x="1225550" y="6248400"/>
            <a:ext cx="1905000" cy="457200"/>
          </a:xfrm>
          <a:prstGeom prst="rect">
            <a:avLst/>
          </a:prstGeom>
          <a:noFill/>
          <a:ln>
            <a:noFill/>
          </a:ln>
        </p:spPr>
        <p:txBody>
          <a:bodyPr anchorCtr="0" anchor="t" bIns="45700" lIns="91425" spcFirstLastPara="1" rIns="91425" wrap="square" tIns="45700">
            <a:noAutofit/>
          </a:bodyPr>
          <a:lstStyle>
            <a:lvl1pPr lvl="0" algn="l">
              <a:spcBef>
                <a:spcPts val="70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7" name="Google Shape;117;p52"/>
          <p:cNvSpPr txBox="1"/>
          <p:nvPr>
            <p:ph idx="11" type="ftr"/>
          </p:nvPr>
        </p:nvSpPr>
        <p:spPr>
          <a:xfrm>
            <a:off x="3663950" y="6248400"/>
            <a:ext cx="2895600" cy="457200"/>
          </a:xfrm>
          <a:prstGeom prst="rect">
            <a:avLst/>
          </a:prstGeom>
          <a:noFill/>
          <a:ln>
            <a:noFill/>
          </a:ln>
        </p:spPr>
        <p:txBody>
          <a:bodyPr anchorCtr="0" anchor="t" bIns="45700" lIns="91425" spcFirstLastPara="1" rIns="91425" wrap="square" tIns="45700">
            <a:noAutofit/>
          </a:bodyPr>
          <a:lstStyle>
            <a:lvl1pPr lvl="0" algn="ctr">
              <a:spcBef>
                <a:spcPts val="70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8" name="Google Shape;118;p52"/>
          <p:cNvSpPr txBox="1"/>
          <p:nvPr>
            <p:ph idx="12" type="sldNum"/>
          </p:nvPr>
        </p:nvSpPr>
        <p:spPr>
          <a:xfrm>
            <a:off x="7092950" y="6248400"/>
            <a:ext cx="1905000" cy="45720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sz="1400">
                <a:solidFill>
                  <a:schemeClr val="lt1"/>
                </a:solidFill>
                <a:latin typeface="Arial Narrow"/>
                <a:ea typeface="Arial Narrow"/>
                <a:cs typeface="Arial Narrow"/>
                <a:sym typeface="Arial Narrow"/>
              </a:defRPr>
            </a:lvl1pPr>
            <a:lvl2pPr indent="0" lvl="1" marL="0" marR="0" algn="r">
              <a:spcBef>
                <a:spcPts val="0"/>
              </a:spcBef>
              <a:spcAft>
                <a:spcPts val="0"/>
              </a:spcAft>
              <a:buNone/>
              <a:defRPr sz="1400">
                <a:solidFill>
                  <a:schemeClr val="lt1"/>
                </a:solidFill>
                <a:latin typeface="Arial Narrow"/>
                <a:ea typeface="Arial Narrow"/>
                <a:cs typeface="Arial Narrow"/>
                <a:sym typeface="Arial Narrow"/>
              </a:defRPr>
            </a:lvl2pPr>
            <a:lvl3pPr indent="0" lvl="2" marL="0" marR="0" algn="r">
              <a:spcBef>
                <a:spcPts val="0"/>
              </a:spcBef>
              <a:spcAft>
                <a:spcPts val="0"/>
              </a:spcAft>
              <a:buNone/>
              <a:defRPr sz="1400">
                <a:solidFill>
                  <a:schemeClr val="lt1"/>
                </a:solidFill>
                <a:latin typeface="Arial Narrow"/>
                <a:ea typeface="Arial Narrow"/>
                <a:cs typeface="Arial Narrow"/>
                <a:sym typeface="Arial Narrow"/>
              </a:defRPr>
            </a:lvl3pPr>
            <a:lvl4pPr indent="0" lvl="3" marL="0" marR="0" algn="r">
              <a:spcBef>
                <a:spcPts val="0"/>
              </a:spcBef>
              <a:spcAft>
                <a:spcPts val="0"/>
              </a:spcAft>
              <a:buNone/>
              <a:defRPr sz="1400">
                <a:solidFill>
                  <a:schemeClr val="lt1"/>
                </a:solidFill>
                <a:latin typeface="Arial Narrow"/>
                <a:ea typeface="Arial Narrow"/>
                <a:cs typeface="Arial Narrow"/>
                <a:sym typeface="Arial Narrow"/>
              </a:defRPr>
            </a:lvl4pPr>
            <a:lvl5pPr indent="0" lvl="4" marL="0" marR="0" algn="r">
              <a:spcBef>
                <a:spcPts val="0"/>
              </a:spcBef>
              <a:spcAft>
                <a:spcPts val="0"/>
              </a:spcAft>
              <a:buNone/>
              <a:defRPr sz="1400">
                <a:solidFill>
                  <a:schemeClr val="lt1"/>
                </a:solidFill>
                <a:latin typeface="Arial Narrow"/>
                <a:ea typeface="Arial Narrow"/>
                <a:cs typeface="Arial Narrow"/>
                <a:sym typeface="Arial Narrow"/>
              </a:defRPr>
            </a:lvl5pPr>
            <a:lvl6pPr indent="0" lvl="5" marL="0" marR="0" algn="r">
              <a:spcBef>
                <a:spcPts val="0"/>
              </a:spcBef>
              <a:spcAft>
                <a:spcPts val="0"/>
              </a:spcAft>
              <a:buNone/>
              <a:defRPr sz="1400">
                <a:solidFill>
                  <a:schemeClr val="lt1"/>
                </a:solidFill>
                <a:latin typeface="Arial Narrow"/>
                <a:ea typeface="Arial Narrow"/>
                <a:cs typeface="Arial Narrow"/>
                <a:sym typeface="Arial Narrow"/>
              </a:defRPr>
            </a:lvl6pPr>
            <a:lvl7pPr indent="0" lvl="6" marL="0" marR="0" algn="r">
              <a:spcBef>
                <a:spcPts val="0"/>
              </a:spcBef>
              <a:spcAft>
                <a:spcPts val="0"/>
              </a:spcAft>
              <a:buNone/>
              <a:defRPr sz="1400">
                <a:solidFill>
                  <a:schemeClr val="lt1"/>
                </a:solidFill>
                <a:latin typeface="Arial Narrow"/>
                <a:ea typeface="Arial Narrow"/>
                <a:cs typeface="Arial Narrow"/>
                <a:sym typeface="Arial Narrow"/>
              </a:defRPr>
            </a:lvl7pPr>
            <a:lvl8pPr indent="0" lvl="7" marL="0" marR="0" algn="r">
              <a:spcBef>
                <a:spcPts val="0"/>
              </a:spcBef>
              <a:spcAft>
                <a:spcPts val="0"/>
              </a:spcAft>
              <a:buNone/>
              <a:defRPr sz="1400">
                <a:solidFill>
                  <a:schemeClr val="lt1"/>
                </a:solidFill>
                <a:latin typeface="Arial Narrow"/>
                <a:ea typeface="Arial Narrow"/>
                <a:cs typeface="Arial Narrow"/>
                <a:sym typeface="Arial Narrow"/>
              </a:defRPr>
            </a:lvl8pPr>
            <a:lvl9pPr indent="0" lvl="8" marL="0" marR="0" algn="r">
              <a:spcBef>
                <a:spcPts val="0"/>
              </a:spcBef>
              <a:spcAft>
                <a:spcPts val="0"/>
              </a:spcAft>
              <a:buNone/>
              <a:defRPr sz="1400">
                <a:solidFill>
                  <a:schemeClr val="lt1"/>
                </a:solidFill>
                <a:latin typeface="Arial Narrow"/>
                <a:ea typeface="Arial Narrow"/>
                <a:cs typeface="Arial Narrow"/>
                <a:sym typeface="Arial Narrow"/>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19" name="Shape 119"/>
        <p:cNvGrpSpPr/>
        <p:nvPr/>
      </p:nvGrpSpPr>
      <p:grpSpPr>
        <a:xfrm>
          <a:off x="0" y="0"/>
          <a:ext cx="0" cy="0"/>
          <a:chOff x="0" y="0"/>
          <a:chExt cx="0" cy="0"/>
        </a:xfrm>
      </p:grpSpPr>
      <p:sp>
        <p:nvSpPr>
          <p:cNvPr id="120" name="Google Shape;120;p53"/>
          <p:cNvSpPr txBox="1"/>
          <p:nvPr>
            <p:ph type="title"/>
          </p:nvPr>
        </p:nvSpPr>
        <p:spPr>
          <a:xfrm rot="5400000">
            <a:off x="4890294" y="2147094"/>
            <a:ext cx="5973762" cy="20764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1" name="Google Shape;121;p53"/>
          <p:cNvSpPr txBox="1"/>
          <p:nvPr>
            <p:ph idx="1" type="body"/>
          </p:nvPr>
        </p:nvSpPr>
        <p:spPr>
          <a:xfrm rot="5400000">
            <a:off x="661194" y="146844"/>
            <a:ext cx="5973762" cy="6076950"/>
          </a:xfrm>
          <a:prstGeom prst="rect">
            <a:avLst/>
          </a:prstGeom>
          <a:noFill/>
          <a:ln>
            <a:noFill/>
          </a:ln>
        </p:spPr>
        <p:txBody>
          <a:bodyPr anchorCtr="0" anchor="t" bIns="45700" lIns="91425" spcFirstLastPara="1" rIns="91425" wrap="square" tIns="45700">
            <a:noAutofit/>
          </a:bodyPr>
          <a:lstStyle>
            <a:lvl1pPr indent="-314325" lvl="0" marL="457200" algn="l">
              <a:spcBef>
                <a:spcPts val="360"/>
              </a:spcBef>
              <a:spcAft>
                <a:spcPts val="0"/>
              </a:spcAft>
              <a:buSzPts val="1350"/>
              <a:buChar char="●"/>
              <a:defRPr/>
            </a:lvl1pPr>
            <a:lvl2pPr indent="-342900" lvl="1" marL="914400" algn="l">
              <a:spcBef>
                <a:spcPts val="360"/>
              </a:spcBef>
              <a:spcAft>
                <a:spcPts val="0"/>
              </a:spcAft>
              <a:buSzPts val="1800"/>
              <a:buChar char="•"/>
              <a:defRPr/>
            </a:lvl2pPr>
            <a:lvl3pPr indent="-342900" lvl="2" marL="1371600" algn="l">
              <a:spcBef>
                <a:spcPts val="360"/>
              </a:spcBef>
              <a:spcAft>
                <a:spcPts val="0"/>
              </a:spcAft>
              <a:buSzPts val="180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122" name="Google Shape;122;p53"/>
          <p:cNvSpPr txBox="1"/>
          <p:nvPr>
            <p:ph idx="10" type="dt"/>
          </p:nvPr>
        </p:nvSpPr>
        <p:spPr>
          <a:xfrm>
            <a:off x="1225550" y="6248400"/>
            <a:ext cx="1905000" cy="457200"/>
          </a:xfrm>
          <a:prstGeom prst="rect">
            <a:avLst/>
          </a:prstGeom>
          <a:noFill/>
          <a:ln>
            <a:noFill/>
          </a:ln>
        </p:spPr>
        <p:txBody>
          <a:bodyPr anchorCtr="0" anchor="t" bIns="45700" lIns="91425" spcFirstLastPara="1" rIns="91425" wrap="square" tIns="45700">
            <a:noAutofit/>
          </a:bodyPr>
          <a:lstStyle>
            <a:lvl1pPr lvl="0" algn="l">
              <a:spcBef>
                <a:spcPts val="70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3" name="Google Shape;123;p53"/>
          <p:cNvSpPr txBox="1"/>
          <p:nvPr>
            <p:ph idx="11" type="ftr"/>
          </p:nvPr>
        </p:nvSpPr>
        <p:spPr>
          <a:xfrm>
            <a:off x="3663950" y="6248400"/>
            <a:ext cx="2895600" cy="457200"/>
          </a:xfrm>
          <a:prstGeom prst="rect">
            <a:avLst/>
          </a:prstGeom>
          <a:noFill/>
          <a:ln>
            <a:noFill/>
          </a:ln>
        </p:spPr>
        <p:txBody>
          <a:bodyPr anchorCtr="0" anchor="t" bIns="45700" lIns="91425" spcFirstLastPara="1" rIns="91425" wrap="square" tIns="45700">
            <a:noAutofit/>
          </a:bodyPr>
          <a:lstStyle>
            <a:lvl1pPr lvl="0" algn="ctr">
              <a:spcBef>
                <a:spcPts val="70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4" name="Google Shape;124;p53"/>
          <p:cNvSpPr txBox="1"/>
          <p:nvPr>
            <p:ph idx="12" type="sldNum"/>
          </p:nvPr>
        </p:nvSpPr>
        <p:spPr>
          <a:xfrm>
            <a:off x="7092950" y="6248400"/>
            <a:ext cx="1905000" cy="45720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sz="1400">
                <a:solidFill>
                  <a:schemeClr val="lt1"/>
                </a:solidFill>
                <a:latin typeface="Arial Narrow"/>
                <a:ea typeface="Arial Narrow"/>
                <a:cs typeface="Arial Narrow"/>
                <a:sym typeface="Arial Narrow"/>
              </a:defRPr>
            </a:lvl1pPr>
            <a:lvl2pPr indent="0" lvl="1" marL="0" marR="0" algn="r">
              <a:spcBef>
                <a:spcPts val="0"/>
              </a:spcBef>
              <a:spcAft>
                <a:spcPts val="0"/>
              </a:spcAft>
              <a:buNone/>
              <a:defRPr sz="1400">
                <a:solidFill>
                  <a:schemeClr val="lt1"/>
                </a:solidFill>
                <a:latin typeface="Arial Narrow"/>
                <a:ea typeface="Arial Narrow"/>
                <a:cs typeface="Arial Narrow"/>
                <a:sym typeface="Arial Narrow"/>
              </a:defRPr>
            </a:lvl2pPr>
            <a:lvl3pPr indent="0" lvl="2" marL="0" marR="0" algn="r">
              <a:spcBef>
                <a:spcPts val="0"/>
              </a:spcBef>
              <a:spcAft>
                <a:spcPts val="0"/>
              </a:spcAft>
              <a:buNone/>
              <a:defRPr sz="1400">
                <a:solidFill>
                  <a:schemeClr val="lt1"/>
                </a:solidFill>
                <a:latin typeface="Arial Narrow"/>
                <a:ea typeface="Arial Narrow"/>
                <a:cs typeface="Arial Narrow"/>
                <a:sym typeface="Arial Narrow"/>
              </a:defRPr>
            </a:lvl3pPr>
            <a:lvl4pPr indent="0" lvl="3" marL="0" marR="0" algn="r">
              <a:spcBef>
                <a:spcPts val="0"/>
              </a:spcBef>
              <a:spcAft>
                <a:spcPts val="0"/>
              </a:spcAft>
              <a:buNone/>
              <a:defRPr sz="1400">
                <a:solidFill>
                  <a:schemeClr val="lt1"/>
                </a:solidFill>
                <a:latin typeface="Arial Narrow"/>
                <a:ea typeface="Arial Narrow"/>
                <a:cs typeface="Arial Narrow"/>
                <a:sym typeface="Arial Narrow"/>
              </a:defRPr>
            </a:lvl4pPr>
            <a:lvl5pPr indent="0" lvl="4" marL="0" marR="0" algn="r">
              <a:spcBef>
                <a:spcPts val="0"/>
              </a:spcBef>
              <a:spcAft>
                <a:spcPts val="0"/>
              </a:spcAft>
              <a:buNone/>
              <a:defRPr sz="1400">
                <a:solidFill>
                  <a:schemeClr val="lt1"/>
                </a:solidFill>
                <a:latin typeface="Arial Narrow"/>
                <a:ea typeface="Arial Narrow"/>
                <a:cs typeface="Arial Narrow"/>
                <a:sym typeface="Arial Narrow"/>
              </a:defRPr>
            </a:lvl5pPr>
            <a:lvl6pPr indent="0" lvl="5" marL="0" marR="0" algn="r">
              <a:spcBef>
                <a:spcPts val="0"/>
              </a:spcBef>
              <a:spcAft>
                <a:spcPts val="0"/>
              </a:spcAft>
              <a:buNone/>
              <a:defRPr sz="1400">
                <a:solidFill>
                  <a:schemeClr val="lt1"/>
                </a:solidFill>
                <a:latin typeface="Arial Narrow"/>
                <a:ea typeface="Arial Narrow"/>
                <a:cs typeface="Arial Narrow"/>
                <a:sym typeface="Arial Narrow"/>
              </a:defRPr>
            </a:lvl6pPr>
            <a:lvl7pPr indent="0" lvl="6" marL="0" marR="0" algn="r">
              <a:spcBef>
                <a:spcPts val="0"/>
              </a:spcBef>
              <a:spcAft>
                <a:spcPts val="0"/>
              </a:spcAft>
              <a:buNone/>
              <a:defRPr sz="1400">
                <a:solidFill>
                  <a:schemeClr val="lt1"/>
                </a:solidFill>
                <a:latin typeface="Arial Narrow"/>
                <a:ea typeface="Arial Narrow"/>
                <a:cs typeface="Arial Narrow"/>
                <a:sym typeface="Arial Narrow"/>
              </a:defRPr>
            </a:lvl7pPr>
            <a:lvl8pPr indent="0" lvl="7" marL="0" marR="0" algn="r">
              <a:spcBef>
                <a:spcPts val="0"/>
              </a:spcBef>
              <a:spcAft>
                <a:spcPts val="0"/>
              </a:spcAft>
              <a:buNone/>
              <a:defRPr sz="1400">
                <a:solidFill>
                  <a:schemeClr val="lt1"/>
                </a:solidFill>
                <a:latin typeface="Arial Narrow"/>
                <a:ea typeface="Arial Narrow"/>
                <a:cs typeface="Arial Narrow"/>
                <a:sym typeface="Arial Narrow"/>
              </a:defRPr>
            </a:lvl8pPr>
            <a:lvl9pPr indent="0" lvl="8" marL="0" marR="0" algn="r">
              <a:spcBef>
                <a:spcPts val="0"/>
              </a:spcBef>
              <a:spcAft>
                <a:spcPts val="0"/>
              </a:spcAft>
              <a:buNone/>
              <a:defRPr sz="1400">
                <a:solidFill>
                  <a:schemeClr val="lt1"/>
                </a:solidFill>
                <a:latin typeface="Arial Narrow"/>
                <a:ea typeface="Arial Narrow"/>
                <a:cs typeface="Arial Narrow"/>
                <a:sym typeface="Arial Narrow"/>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2.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9" name="Shape 9"/>
        <p:cNvGrpSpPr/>
        <p:nvPr/>
      </p:nvGrpSpPr>
      <p:grpSpPr>
        <a:xfrm>
          <a:off x="0" y="0"/>
          <a:ext cx="0" cy="0"/>
          <a:chOff x="0" y="0"/>
          <a:chExt cx="0" cy="0"/>
        </a:xfrm>
      </p:grpSpPr>
      <p:sp>
        <p:nvSpPr>
          <p:cNvPr id="10" name="Google Shape;10;p40"/>
          <p:cNvSpPr/>
          <p:nvPr/>
        </p:nvSpPr>
        <p:spPr>
          <a:xfrm>
            <a:off x="1981200" y="457200"/>
            <a:ext cx="304800" cy="274638"/>
          </a:xfrm>
          <a:prstGeom prst="ellipse">
            <a:avLst/>
          </a:prstGeom>
          <a:gradFill>
            <a:gsLst>
              <a:gs pos="0">
                <a:srgbClr val="FEFFFF"/>
              </a:gs>
              <a:gs pos="100000">
                <a:schemeClr val="folHlink"/>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400" u="none" cap="none" strike="noStrike">
              <a:solidFill>
                <a:schemeClr val="lt1"/>
              </a:solidFill>
              <a:latin typeface="Times New Roman"/>
              <a:ea typeface="Times New Roman"/>
              <a:cs typeface="Times New Roman"/>
              <a:sym typeface="Times New Roman"/>
            </a:endParaRPr>
          </a:p>
        </p:txBody>
      </p:sp>
      <p:grpSp>
        <p:nvGrpSpPr>
          <p:cNvPr id="11" name="Google Shape;11;p40"/>
          <p:cNvGrpSpPr/>
          <p:nvPr/>
        </p:nvGrpSpPr>
        <p:grpSpPr>
          <a:xfrm>
            <a:off x="8329613" y="733425"/>
            <a:ext cx="720725" cy="531813"/>
            <a:chOff x="5247" y="462"/>
            <a:chExt cx="454" cy="335"/>
          </a:xfrm>
        </p:grpSpPr>
        <p:sp>
          <p:nvSpPr>
            <p:cNvPr id="12" name="Google Shape;12;p40"/>
            <p:cNvSpPr/>
            <p:nvPr/>
          </p:nvSpPr>
          <p:spPr>
            <a:xfrm flipH="1" rot="10800000">
              <a:off x="5564" y="462"/>
              <a:ext cx="137" cy="335"/>
            </a:xfrm>
            <a:prstGeom prst="parallelogram">
              <a:avLst>
                <a:gd fmla="val 52954" name="adj"/>
              </a:avLst>
            </a:prstGeom>
            <a:gradFill>
              <a:gsLst>
                <a:gs pos="0">
                  <a:schemeClr val="accent2"/>
                </a:gs>
                <a:gs pos="100000">
                  <a:schemeClr val="accent1"/>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400" u="none" cap="none" strike="noStrike">
                <a:solidFill>
                  <a:schemeClr val="lt1"/>
                </a:solidFill>
                <a:latin typeface="Times New Roman"/>
                <a:ea typeface="Times New Roman"/>
                <a:cs typeface="Times New Roman"/>
                <a:sym typeface="Times New Roman"/>
              </a:endParaRPr>
            </a:p>
          </p:txBody>
        </p:sp>
        <p:sp>
          <p:nvSpPr>
            <p:cNvPr id="13" name="Google Shape;13;p40"/>
            <p:cNvSpPr/>
            <p:nvPr/>
          </p:nvSpPr>
          <p:spPr>
            <a:xfrm flipH="1" rot="10800000">
              <a:off x="5407" y="462"/>
              <a:ext cx="138" cy="335"/>
            </a:xfrm>
            <a:prstGeom prst="parallelogram">
              <a:avLst>
                <a:gd fmla="val 52954" name="adj"/>
              </a:avLst>
            </a:prstGeom>
            <a:gradFill>
              <a:gsLst>
                <a:gs pos="0">
                  <a:schemeClr val="accent2"/>
                </a:gs>
                <a:gs pos="100000">
                  <a:schemeClr val="accent1"/>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400" u="none" cap="none" strike="noStrike">
                <a:solidFill>
                  <a:schemeClr val="lt1"/>
                </a:solidFill>
                <a:latin typeface="Times New Roman"/>
                <a:ea typeface="Times New Roman"/>
                <a:cs typeface="Times New Roman"/>
                <a:sym typeface="Times New Roman"/>
              </a:endParaRPr>
            </a:p>
          </p:txBody>
        </p:sp>
        <p:sp>
          <p:nvSpPr>
            <p:cNvPr id="14" name="Google Shape;14;p40"/>
            <p:cNvSpPr/>
            <p:nvPr/>
          </p:nvSpPr>
          <p:spPr>
            <a:xfrm flipH="1" rot="10800000">
              <a:off x="5247" y="462"/>
              <a:ext cx="138" cy="335"/>
            </a:xfrm>
            <a:prstGeom prst="parallelogram">
              <a:avLst>
                <a:gd fmla="val 52954" name="adj"/>
              </a:avLst>
            </a:prstGeom>
            <a:gradFill>
              <a:gsLst>
                <a:gs pos="0">
                  <a:schemeClr val="accent2"/>
                </a:gs>
                <a:gs pos="100000">
                  <a:schemeClr val="accent1"/>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400" u="none" cap="none" strike="noStrike">
                <a:solidFill>
                  <a:schemeClr val="lt1"/>
                </a:solidFill>
                <a:latin typeface="Times New Roman"/>
                <a:ea typeface="Times New Roman"/>
                <a:cs typeface="Times New Roman"/>
                <a:sym typeface="Times New Roman"/>
              </a:endParaRPr>
            </a:p>
          </p:txBody>
        </p:sp>
      </p:grpSp>
      <p:grpSp>
        <p:nvGrpSpPr>
          <p:cNvPr id="15" name="Google Shape;15;p40"/>
          <p:cNvGrpSpPr/>
          <p:nvPr/>
        </p:nvGrpSpPr>
        <p:grpSpPr>
          <a:xfrm>
            <a:off x="76994" y="6040438"/>
            <a:ext cx="532606" cy="727869"/>
            <a:chOff x="48" y="3805"/>
            <a:chExt cx="336" cy="459"/>
          </a:xfrm>
        </p:grpSpPr>
        <p:sp>
          <p:nvSpPr>
            <p:cNvPr id="16" name="Google Shape;16;p40"/>
            <p:cNvSpPr/>
            <p:nvPr/>
          </p:nvSpPr>
          <p:spPr>
            <a:xfrm flipH="1" rot="5400000">
              <a:off x="148" y="3706"/>
              <a:ext cx="137" cy="335"/>
            </a:xfrm>
            <a:prstGeom prst="parallelogram">
              <a:avLst>
                <a:gd fmla="val 52954" name="adj"/>
              </a:avLst>
            </a:prstGeom>
            <a:gradFill>
              <a:gsLst>
                <a:gs pos="0">
                  <a:schemeClr val="accent1"/>
                </a:gs>
                <a:gs pos="100000">
                  <a:schemeClr val="accent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400" u="none" cap="none" strike="noStrike">
                <a:solidFill>
                  <a:schemeClr val="lt1"/>
                </a:solidFill>
                <a:latin typeface="Times New Roman"/>
                <a:ea typeface="Times New Roman"/>
                <a:cs typeface="Times New Roman"/>
                <a:sym typeface="Times New Roman"/>
              </a:endParaRPr>
            </a:p>
          </p:txBody>
        </p:sp>
        <p:sp>
          <p:nvSpPr>
            <p:cNvPr id="17" name="Google Shape;17;p40"/>
            <p:cNvSpPr/>
            <p:nvPr/>
          </p:nvSpPr>
          <p:spPr>
            <a:xfrm flipH="1" rot="5400000">
              <a:off x="147" y="3869"/>
              <a:ext cx="138" cy="335"/>
            </a:xfrm>
            <a:prstGeom prst="parallelogram">
              <a:avLst>
                <a:gd fmla="val 52954" name="adj"/>
              </a:avLst>
            </a:prstGeom>
            <a:gradFill>
              <a:gsLst>
                <a:gs pos="0">
                  <a:schemeClr val="accent1"/>
                </a:gs>
                <a:gs pos="100000">
                  <a:schemeClr val="accent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400" u="none" cap="none" strike="noStrike">
                <a:solidFill>
                  <a:schemeClr val="lt1"/>
                </a:solidFill>
                <a:latin typeface="Times New Roman"/>
                <a:ea typeface="Times New Roman"/>
                <a:cs typeface="Times New Roman"/>
                <a:sym typeface="Times New Roman"/>
              </a:endParaRPr>
            </a:p>
          </p:txBody>
        </p:sp>
        <p:sp>
          <p:nvSpPr>
            <p:cNvPr id="18" name="Google Shape;18;p40"/>
            <p:cNvSpPr/>
            <p:nvPr/>
          </p:nvSpPr>
          <p:spPr>
            <a:xfrm flipH="1" rot="5400000">
              <a:off x="147" y="4027"/>
              <a:ext cx="138" cy="335"/>
            </a:xfrm>
            <a:prstGeom prst="parallelogram">
              <a:avLst>
                <a:gd fmla="val 52954" name="adj"/>
              </a:avLst>
            </a:prstGeom>
            <a:gradFill>
              <a:gsLst>
                <a:gs pos="0">
                  <a:schemeClr val="accent1"/>
                </a:gs>
                <a:gs pos="100000">
                  <a:schemeClr val="accent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400" u="none" cap="none" strike="noStrike">
                <a:solidFill>
                  <a:schemeClr val="lt1"/>
                </a:solidFill>
                <a:latin typeface="Times New Roman"/>
                <a:ea typeface="Times New Roman"/>
                <a:cs typeface="Times New Roman"/>
                <a:sym typeface="Times New Roman"/>
              </a:endParaRPr>
            </a:p>
          </p:txBody>
        </p:sp>
      </p:grpSp>
      <p:sp>
        <p:nvSpPr>
          <p:cNvPr id="19" name="Google Shape;19;p40"/>
          <p:cNvSpPr txBox="1"/>
          <p:nvPr>
            <p:ph idx="1" type="body"/>
          </p:nvPr>
        </p:nvSpPr>
        <p:spPr>
          <a:xfrm>
            <a:off x="609600" y="1266825"/>
            <a:ext cx="8305800" cy="4905375"/>
          </a:xfrm>
          <a:prstGeom prst="rect">
            <a:avLst/>
          </a:prstGeom>
          <a:noFill/>
          <a:ln>
            <a:noFill/>
          </a:ln>
        </p:spPr>
        <p:txBody>
          <a:bodyPr anchorCtr="0" anchor="t" bIns="45700" lIns="91425" spcFirstLastPara="1" rIns="91425" wrap="square" tIns="45700">
            <a:noAutofit/>
          </a:bodyPr>
          <a:lstStyle>
            <a:lvl1pPr indent="-342900" lvl="0" marL="457200" marR="0" rtl="0" algn="l">
              <a:spcBef>
                <a:spcPts val="480"/>
              </a:spcBef>
              <a:spcAft>
                <a:spcPts val="0"/>
              </a:spcAft>
              <a:buClr>
                <a:srgbClr val="A50021"/>
              </a:buClr>
              <a:buSzPts val="1800"/>
              <a:buFont typeface="Arial"/>
              <a:buChar char="●"/>
              <a:defRPr b="1" i="0" sz="2400" u="none" cap="none" strike="noStrike">
                <a:solidFill>
                  <a:srgbClr val="FFFF99"/>
                </a:solidFill>
                <a:latin typeface="Times New Roman"/>
                <a:ea typeface="Times New Roman"/>
                <a:cs typeface="Times New Roman"/>
                <a:sym typeface="Times New Roman"/>
              </a:defRPr>
            </a:lvl1pPr>
            <a:lvl2pPr indent="-355600" lvl="1" marL="914400" marR="0" rtl="0" algn="l">
              <a:spcBef>
                <a:spcPts val="400"/>
              </a:spcBef>
              <a:spcAft>
                <a:spcPts val="0"/>
              </a:spcAft>
              <a:buClr>
                <a:srgbClr val="A50021"/>
              </a:buClr>
              <a:buSzPts val="2000"/>
              <a:buFont typeface="Times New Roman"/>
              <a:buChar char="•"/>
              <a:defRPr b="1" i="0" sz="2000" u="none" cap="none" strike="noStrike">
                <a:solidFill>
                  <a:srgbClr val="FFFF99"/>
                </a:solidFill>
                <a:latin typeface="Times New Roman"/>
                <a:ea typeface="Times New Roman"/>
                <a:cs typeface="Times New Roman"/>
                <a:sym typeface="Times New Roman"/>
              </a:defRPr>
            </a:lvl2pPr>
            <a:lvl3pPr indent="-381000" lvl="2" marL="1371600" marR="0" rtl="0" algn="l">
              <a:spcBef>
                <a:spcPts val="480"/>
              </a:spcBef>
              <a:spcAft>
                <a:spcPts val="0"/>
              </a:spcAft>
              <a:buClr>
                <a:srgbClr val="A50021"/>
              </a:buClr>
              <a:buSzPts val="2400"/>
              <a:buFont typeface="Times New Roman"/>
              <a:buChar char="–"/>
              <a:defRPr b="1" i="0" sz="2400" u="none" cap="none" strike="noStrike">
                <a:solidFill>
                  <a:srgbClr val="FFFF99"/>
                </a:solidFill>
                <a:latin typeface="Times New Roman"/>
                <a:ea typeface="Times New Roman"/>
                <a:cs typeface="Times New Roman"/>
                <a:sym typeface="Times New Roman"/>
              </a:defRPr>
            </a:lvl3pPr>
            <a:lvl4pPr indent="-355600" lvl="3" marL="1828800" marR="0" rtl="0" algn="l">
              <a:spcBef>
                <a:spcPts val="400"/>
              </a:spcBef>
              <a:spcAft>
                <a:spcPts val="0"/>
              </a:spcAft>
              <a:buClr>
                <a:srgbClr val="A50021"/>
              </a:buClr>
              <a:buSzPts val="2000"/>
              <a:buFont typeface="Times New Roman"/>
              <a:buChar char="–"/>
              <a:defRPr b="1" i="0" sz="2000" u="none" cap="none" strike="noStrike">
                <a:solidFill>
                  <a:srgbClr val="FFFF99"/>
                </a:solidFill>
                <a:latin typeface="Times New Roman"/>
                <a:ea typeface="Times New Roman"/>
                <a:cs typeface="Times New Roman"/>
                <a:sym typeface="Times New Roman"/>
              </a:defRPr>
            </a:lvl4pPr>
            <a:lvl5pPr indent="-355600" lvl="4" marL="2286000" marR="0" rtl="0" algn="l">
              <a:spcBef>
                <a:spcPts val="400"/>
              </a:spcBef>
              <a:spcAft>
                <a:spcPts val="0"/>
              </a:spcAft>
              <a:buClr>
                <a:srgbClr val="A50021"/>
              </a:buClr>
              <a:buSzPts val="2000"/>
              <a:buFont typeface="Times New Roman"/>
              <a:buChar char="»"/>
              <a:defRPr b="1" i="0" sz="2000" u="none" cap="none" strike="noStrike">
                <a:solidFill>
                  <a:srgbClr val="FFFF99"/>
                </a:solidFill>
                <a:latin typeface="Times New Roman"/>
                <a:ea typeface="Times New Roman"/>
                <a:cs typeface="Times New Roman"/>
                <a:sym typeface="Times New Roman"/>
              </a:defRPr>
            </a:lvl5pPr>
            <a:lvl6pPr indent="-342900" lvl="5" marL="2743200" marR="0" rtl="0" algn="l">
              <a:spcBef>
                <a:spcPts val="360"/>
              </a:spcBef>
              <a:spcAft>
                <a:spcPts val="0"/>
              </a:spcAft>
              <a:buClr>
                <a:srgbClr val="A50021"/>
              </a:buClr>
              <a:buSzPts val="1800"/>
              <a:buFont typeface="Times New Roman"/>
              <a:buChar char="»"/>
              <a:defRPr b="1" i="0" sz="1800" u="none" cap="none" strike="noStrike">
                <a:solidFill>
                  <a:srgbClr val="FFFF99"/>
                </a:solidFill>
                <a:latin typeface="Times New Roman"/>
                <a:ea typeface="Times New Roman"/>
                <a:cs typeface="Times New Roman"/>
                <a:sym typeface="Times New Roman"/>
              </a:defRPr>
            </a:lvl6pPr>
            <a:lvl7pPr indent="-342900" lvl="6" marL="3200400" marR="0" rtl="0" algn="l">
              <a:spcBef>
                <a:spcPts val="360"/>
              </a:spcBef>
              <a:spcAft>
                <a:spcPts val="0"/>
              </a:spcAft>
              <a:buClr>
                <a:srgbClr val="A50021"/>
              </a:buClr>
              <a:buSzPts val="1800"/>
              <a:buFont typeface="Times New Roman"/>
              <a:buChar char="»"/>
              <a:defRPr b="1" i="0" sz="1800" u="none" cap="none" strike="noStrike">
                <a:solidFill>
                  <a:srgbClr val="FFFF99"/>
                </a:solidFill>
                <a:latin typeface="Times New Roman"/>
                <a:ea typeface="Times New Roman"/>
                <a:cs typeface="Times New Roman"/>
                <a:sym typeface="Times New Roman"/>
              </a:defRPr>
            </a:lvl7pPr>
            <a:lvl8pPr indent="-342900" lvl="7" marL="3657600" marR="0" rtl="0" algn="l">
              <a:spcBef>
                <a:spcPts val="360"/>
              </a:spcBef>
              <a:spcAft>
                <a:spcPts val="0"/>
              </a:spcAft>
              <a:buClr>
                <a:srgbClr val="A50021"/>
              </a:buClr>
              <a:buSzPts val="1800"/>
              <a:buFont typeface="Times New Roman"/>
              <a:buChar char="»"/>
              <a:defRPr b="1" i="0" sz="1800" u="none" cap="none" strike="noStrike">
                <a:solidFill>
                  <a:srgbClr val="FFFF99"/>
                </a:solidFill>
                <a:latin typeface="Times New Roman"/>
                <a:ea typeface="Times New Roman"/>
                <a:cs typeface="Times New Roman"/>
                <a:sym typeface="Times New Roman"/>
              </a:defRPr>
            </a:lvl8pPr>
            <a:lvl9pPr indent="-342900" lvl="8" marL="4114800" marR="0" rtl="0" algn="l">
              <a:spcBef>
                <a:spcPts val="360"/>
              </a:spcBef>
              <a:spcAft>
                <a:spcPts val="0"/>
              </a:spcAft>
              <a:buClr>
                <a:srgbClr val="A50021"/>
              </a:buClr>
              <a:buSzPts val="1800"/>
              <a:buFont typeface="Times New Roman"/>
              <a:buChar char="»"/>
              <a:defRPr b="1" i="0" sz="1800" u="none" cap="none" strike="noStrike">
                <a:solidFill>
                  <a:srgbClr val="FFFF99"/>
                </a:solidFill>
                <a:latin typeface="Times New Roman"/>
                <a:ea typeface="Times New Roman"/>
                <a:cs typeface="Times New Roman"/>
                <a:sym typeface="Times New Roman"/>
              </a:defRPr>
            </a:lvl9pPr>
          </a:lstStyle>
          <a:p/>
        </p:txBody>
      </p:sp>
      <p:sp>
        <p:nvSpPr>
          <p:cNvPr id="20" name="Google Shape;20;p40"/>
          <p:cNvSpPr txBox="1"/>
          <p:nvPr>
            <p:ph idx="10" type="dt"/>
          </p:nvPr>
        </p:nvSpPr>
        <p:spPr>
          <a:xfrm>
            <a:off x="1225550" y="6248400"/>
            <a:ext cx="1905000" cy="457200"/>
          </a:xfrm>
          <a:prstGeom prst="rect">
            <a:avLst/>
          </a:prstGeom>
          <a:noFill/>
          <a:ln>
            <a:noFill/>
          </a:ln>
        </p:spPr>
        <p:txBody>
          <a:bodyPr anchorCtr="0" anchor="t" bIns="45700" lIns="91425" spcFirstLastPara="1" rIns="91425" wrap="square" tIns="45700">
            <a:noAutofit/>
          </a:bodyPr>
          <a:lstStyle>
            <a:lvl1pPr lvl="0" marR="0" rtl="0" algn="l">
              <a:spcBef>
                <a:spcPts val="700"/>
              </a:spcBef>
              <a:spcAft>
                <a:spcPts val="0"/>
              </a:spcAft>
              <a:buSzPts val="1400"/>
              <a:buNone/>
              <a:defRPr b="0" i="0" sz="1400" u="none" cap="none" strike="noStrike">
                <a:solidFill>
                  <a:schemeClr val="lt1"/>
                </a:solidFill>
                <a:latin typeface="Arial Narrow"/>
                <a:ea typeface="Arial Narrow"/>
                <a:cs typeface="Arial Narrow"/>
                <a:sym typeface="Arial Narrow"/>
              </a:defRPr>
            </a:lvl1pPr>
            <a:lvl2pPr lvl="1" marR="0" rtl="0" algn="ctr">
              <a:spcBef>
                <a:spcPts val="0"/>
              </a:spcBef>
              <a:spcAft>
                <a:spcPts val="0"/>
              </a:spcAft>
              <a:buSzPts val="1400"/>
              <a:buNone/>
              <a:defRPr b="0" i="0" sz="2400" u="none" cap="none" strike="noStrike">
                <a:solidFill>
                  <a:schemeClr val="lt1"/>
                </a:solidFill>
                <a:latin typeface="Times New Roman"/>
                <a:ea typeface="Times New Roman"/>
                <a:cs typeface="Times New Roman"/>
                <a:sym typeface="Times New Roman"/>
              </a:defRPr>
            </a:lvl2pPr>
            <a:lvl3pPr lvl="2" marR="0" rtl="0" algn="ctr">
              <a:spcBef>
                <a:spcPts val="0"/>
              </a:spcBef>
              <a:spcAft>
                <a:spcPts val="0"/>
              </a:spcAft>
              <a:buSzPts val="1400"/>
              <a:buNone/>
              <a:defRPr b="0" i="0" sz="2400" u="none" cap="none" strike="noStrike">
                <a:solidFill>
                  <a:schemeClr val="lt1"/>
                </a:solidFill>
                <a:latin typeface="Times New Roman"/>
                <a:ea typeface="Times New Roman"/>
                <a:cs typeface="Times New Roman"/>
                <a:sym typeface="Times New Roman"/>
              </a:defRPr>
            </a:lvl3pPr>
            <a:lvl4pPr lvl="3" marR="0" rtl="0" algn="ctr">
              <a:spcBef>
                <a:spcPts val="0"/>
              </a:spcBef>
              <a:spcAft>
                <a:spcPts val="0"/>
              </a:spcAft>
              <a:buSzPts val="1400"/>
              <a:buNone/>
              <a:defRPr b="0" i="0" sz="2400" u="none" cap="none" strike="noStrike">
                <a:solidFill>
                  <a:schemeClr val="lt1"/>
                </a:solidFill>
                <a:latin typeface="Times New Roman"/>
                <a:ea typeface="Times New Roman"/>
                <a:cs typeface="Times New Roman"/>
                <a:sym typeface="Times New Roman"/>
              </a:defRPr>
            </a:lvl4pPr>
            <a:lvl5pPr lvl="4" marR="0" rtl="0" algn="ctr">
              <a:spcBef>
                <a:spcPts val="0"/>
              </a:spcBef>
              <a:spcAft>
                <a:spcPts val="0"/>
              </a:spcAft>
              <a:buSzPts val="1400"/>
              <a:buNone/>
              <a:defRPr b="0" i="0" sz="2400" u="none" cap="none" strike="noStrike">
                <a:solidFill>
                  <a:schemeClr val="lt1"/>
                </a:solidFill>
                <a:latin typeface="Times New Roman"/>
                <a:ea typeface="Times New Roman"/>
                <a:cs typeface="Times New Roman"/>
                <a:sym typeface="Times New Roman"/>
              </a:defRPr>
            </a:lvl5pPr>
            <a:lvl6pPr lvl="5" marR="0" rtl="0" algn="l">
              <a:spcBef>
                <a:spcPts val="0"/>
              </a:spcBef>
              <a:spcAft>
                <a:spcPts val="0"/>
              </a:spcAft>
              <a:buSzPts val="1400"/>
              <a:buNone/>
              <a:defRPr b="0" i="0" sz="2400" u="none" cap="none" strike="noStrike">
                <a:solidFill>
                  <a:schemeClr val="lt1"/>
                </a:solidFill>
                <a:latin typeface="Times New Roman"/>
                <a:ea typeface="Times New Roman"/>
                <a:cs typeface="Times New Roman"/>
                <a:sym typeface="Times New Roman"/>
              </a:defRPr>
            </a:lvl6pPr>
            <a:lvl7pPr lvl="6" marR="0" rtl="0" algn="l">
              <a:spcBef>
                <a:spcPts val="0"/>
              </a:spcBef>
              <a:spcAft>
                <a:spcPts val="0"/>
              </a:spcAft>
              <a:buSzPts val="1400"/>
              <a:buNone/>
              <a:defRPr b="0" i="0" sz="2400" u="none" cap="none" strike="noStrike">
                <a:solidFill>
                  <a:schemeClr val="lt1"/>
                </a:solidFill>
                <a:latin typeface="Times New Roman"/>
                <a:ea typeface="Times New Roman"/>
                <a:cs typeface="Times New Roman"/>
                <a:sym typeface="Times New Roman"/>
              </a:defRPr>
            </a:lvl7pPr>
            <a:lvl8pPr lvl="7" marR="0" rtl="0" algn="l">
              <a:spcBef>
                <a:spcPts val="0"/>
              </a:spcBef>
              <a:spcAft>
                <a:spcPts val="0"/>
              </a:spcAft>
              <a:buSzPts val="1400"/>
              <a:buNone/>
              <a:defRPr b="0" i="0" sz="2400" u="none" cap="none" strike="noStrike">
                <a:solidFill>
                  <a:schemeClr val="lt1"/>
                </a:solidFill>
                <a:latin typeface="Times New Roman"/>
                <a:ea typeface="Times New Roman"/>
                <a:cs typeface="Times New Roman"/>
                <a:sym typeface="Times New Roman"/>
              </a:defRPr>
            </a:lvl8pPr>
            <a:lvl9pPr lvl="8" marR="0" rtl="0" algn="l">
              <a:spcBef>
                <a:spcPts val="0"/>
              </a:spcBef>
              <a:spcAft>
                <a:spcPts val="0"/>
              </a:spcAft>
              <a:buSzPts val="1400"/>
              <a:buNone/>
              <a:defRPr b="0" i="0" sz="2400" u="none" cap="none" strike="noStrike">
                <a:solidFill>
                  <a:schemeClr val="lt1"/>
                </a:solidFill>
                <a:latin typeface="Times New Roman"/>
                <a:ea typeface="Times New Roman"/>
                <a:cs typeface="Times New Roman"/>
                <a:sym typeface="Times New Roman"/>
              </a:defRPr>
            </a:lvl9pPr>
          </a:lstStyle>
          <a:p/>
        </p:txBody>
      </p:sp>
      <p:sp>
        <p:nvSpPr>
          <p:cNvPr id="21" name="Google Shape;21;p40"/>
          <p:cNvSpPr txBox="1"/>
          <p:nvPr>
            <p:ph idx="11" type="ftr"/>
          </p:nvPr>
        </p:nvSpPr>
        <p:spPr>
          <a:xfrm>
            <a:off x="3663950" y="6248400"/>
            <a:ext cx="2895600" cy="457200"/>
          </a:xfrm>
          <a:prstGeom prst="rect">
            <a:avLst/>
          </a:prstGeom>
          <a:noFill/>
          <a:ln>
            <a:noFill/>
          </a:ln>
        </p:spPr>
        <p:txBody>
          <a:bodyPr anchorCtr="0" anchor="t" bIns="45700" lIns="91425" spcFirstLastPara="1" rIns="91425" wrap="square" tIns="45700">
            <a:noAutofit/>
          </a:bodyPr>
          <a:lstStyle>
            <a:lvl1pPr lvl="0" marR="0" rtl="0" algn="ctr">
              <a:spcBef>
                <a:spcPts val="700"/>
              </a:spcBef>
              <a:spcAft>
                <a:spcPts val="0"/>
              </a:spcAft>
              <a:buSzPts val="1400"/>
              <a:buNone/>
              <a:defRPr b="0" i="0" sz="1400" u="none" cap="none" strike="noStrike">
                <a:solidFill>
                  <a:schemeClr val="lt1"/>
                </a:solidFill>
                <a:latin typeface="Arial Narrow"/>
                <a:ea typeface="Arial Narrow"/>
                <a:cs typeface="Arial Narrow"/>
                <a:sym typeface="Arial Narrow"/>
              </a:defRPr>
            </a:lvl1pPr>
            <a:lvl2pPr lvl="1" marR="0" rtl="0" algn="ctr">
              <a:spcBef>
                <a:spcPts val="0"/>
              </a:spcBef>
              <a:spcAft>
                <a:spcPts val="0"/>
              </a:spcAft>
              <a:buSzPts val="1400"/>
              <a:buNone/>
              <a:defRPr b="0" i="0" sz="2400" u="none" cap="none" strike="noStrike">
                <a:solidFill>
                  <a:schemeClr val="lt1"/>
                </a:solidFill>
                <a:latin typeface="Times New Roman"/>
                <a:ea typeface="Times New Roman"/>
                <a:cs typeface="Times New Roman"/>
                <a:sym typeface="Times New Roman"/>
              </a:defRPr>
            </a:lvl2pPr>
            <a:lvl3pPr lvl="2" marR="0" rtl="0" algn="ctr">
              <a:spcBef>
                <a:spcPts val="0"/>
              </a:spcBef>
              <a:spcAft>
                <a:spcPts val="0"/>
              </a:spcAft>
              <a:buSzPts val="1400"/>
              <a:buNone/>
              <a:defRPr b="0" i="0" sz="2400" u="none" cap="none" strike="noStrike">
                <a:solidFill>
                  <a:schemeClr val="lt1"/>
                </a:solidFill>
                <a:latin typeface="Times New Roman"/>
                <a:ea typeface="Times New Roman"/>
                <a:cs typeface="Times New Roman"/>
                <a:sym typeface="Times New Roman"/>
              </a:defRPr>
            </a:lvl3pPr>
            <a:lvl4pPr lvl="3" marR="0" rtl="0" algn="ctr">
              <a:spcBef>
                <a:spcPts val="0"/>
              </a:spcBef>
              <a:spcAft>
                <a:spcPts val="0"/>
              </a:spcAft>
              <a:buSzPts val="1400"/>
              <a:buNone/>
              <a:defRPr b="0" i="0" sz="2400" u="none" cap="none" strike="noStrike">
                <a:solidFill>
                  <a:schemeClr val="lt1"/>
                </a:solidFill>
                <a:latin typeface="Times New Roman"/>
                <a:ea typeface="Times New Roman"/>
                <a:cs typeface="Times New Roman"/>
                <a:sym typeface="Times New Roman"/>
              </a:defRPr>
            </a:lvl4pPr>
            <a:lvl5pPr lvl="4" marR="0" rtl="0" algn="ctr">
              <a:spcBef>
                <a:spcPts val="0"/>
              </a:spcBef>
              <a:spcAft>
                <a:spcPts val="0"/>
              </a:spcAft>
              <a:buSzPts val="1400"/>
              <a:buNone/>
              <a:defRPr b="0" i="0" sz="2400" u="none" cap="none" strike="noStrike">
                <a:solidFill>
                  <a:schemeClr val="lt1"/>
                </a:solidFill>
                <a:latin typeface="Times New Roman"/>
                <a:ea typeface="Times New Roman"/>
                <a:cs typeface="Times New Roman"/>
                <a:sym typeface="Times New Roman"/>
              </a:defRPr>
            </a:lvl5pPr>
            <a:lvl6pPr lvl="5" marR="0" rtl="0" algn="l">
              <a:spcBef>
                <a:spcPts val="0"/>
              </a:spcBef>
              <a:spcAft>
                <a:spcPts val="0"/>
              </a:spcAft>
              <a:buSzPts val="1400"/>
              <a:buNone/>
              <a:defRPr b="0" i="0" sz="2400" u="none" cap="none" strike="noStrike">
                <a:solidFill>
                  <a:schemeClr val="lt1"/>
                </a:solidFill>
                <a:latin typeface="Times New Roman"/>
                <a:ea typeface="Times New Roman"/>
                <a:cs typeface="Times New Roman"/>
                <a:sym typeface="Times New Roman"/>
              </a:defRPr>
            </a:lvl6pPr>
            <a:lvl7pPr lvl="6" marR="0" rtl="0" algn="l">
              <a:spcBef>
                <a:spcPts val="0"/>
              </a:spcBef>
              <a:spcAft>
                <a:spcPts val="0"/>
              </a:spcAft>
              <a:buSzPts val="1400"/>
              <a:buNone/>
              <a:defRPr b="0" i="0" sz="2400" u="none" cap="none" strike="noStrike">
                <a:solidFill>
                  <a:schemeClr val="lt1"/>
                </a:solidFill>
                <a:latin typeface="Times New Roman"/>
                <a:ea typeface="Times New Roman"/>
                <a:cs typeface="Times New Roman"/>
                <a:sym typeface="Times New Roman"/>
              </a:defRPr>
            </a:lvl7pPr>
            <a:lvl8pPr lvl="7" marR="0" rtl="0" algn="l">
              <a:spcBef>
                <a:spcPts val="0"/>
              </a:spcBef>
              <a:spcAft>
                <a:spcPts val="0"/>
              </a:spcAft>
              <a:buSzPts val="1400"/>
              <a:buNone/>
              <a:defRPr b="0" i="0" sz="2400" u="none" cap="none" strike="noStrike">
                <a:solidFill>
                  <a:schemeClr val="lt1"/>
                </a:solidFill>
                <a:latin typeface="Times New Roman"/>
                <a:ea typeface="Times New Roman"/>
                <a:cs typeface="Times New Roman"/>
                <a:sym typeface="Times New Roman"/>
              </a:defRPr>
            </a:lvl8pPr>
            <a:lvl9pPr lvl="8" marR="0" rtl="0" algn="l">
              <a:spcBef>
                <a:spcPts val="0"/>
              </a:spcBef>
              <a:spcAft>
                <a:spcPts val="0"/>
              </a:spcAft>
              <a:buSzPts val="1400"/>
              <a:buNone/>
              <a:defRPr b="0" i="0" sz="2400" u="none" cap="none" strike="noStrike">
                <a:solidFill>
                  <a:schemeClr val="lt1"/>
                </a:solidFill>
                <a:latin typeface="Times New Roman"/>
                <a:ea typeface="Times New Roman"/>
                <a:cs typeface="Times New Roman"/>
                <a:sym typeface="Times New Roman"/>
              </a:defRPr>
            </a:lvl9pPr>
          </a:lstStyle>
          <a:p/>
        </p:txBody>
      </p:sp>
      <p:sp>
        <p:nvSpPr>
          <p:cNvPr id="22" name="Google Shape;22;p40"/>
          <p:cNvSpPr txBox="1"/>
          <p:nvPr>
            <p:ph idx="12" type="sldNum"/>
          </p:nvPr>
        </p:nvSpPr>
        <p:spPr>
          <a:xfrm>
            <a:off x="7092950" y="6248400"/>
            <a:ext cx="1905000" cy="457200"/>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spcAft>
                <a:spcPts val="0"/>
              </a:spcAft>
              <a:buNone/>
              <a:defRPr b="0" i="0" sz="1400" u="none" cap="none" strike="noStrike">
                <a:solidFill>
                  <a:schemeClr val="lt1"/>
                </a:solidFill>
                <a:latin typeface="Arial Narrow"/>
                <a:ea typeface="Arial Narrow"/>
                <a:cs typeface="Arial Narrow"/>
                <a:sym typeface="Arial Narrow"/>
              </a:defRPr>
            </a:lvl1pPr>
            <a:lvl2pPr indent="0" lvl="1" marL="0" marR="0" rtl="0" algn="r">
              <a:spcBef>
                <a:spcPts val="0"/>
              </a:spcBef>
              <a:spcAft>
                <a:spcPts val="0"/>
              </a:spcAft>
              <a:buNone/>
              <a:defRPr b="0" i="0" sz="1400" u="none" cap="none" strike="noStrike">
                <a:solidFill>
                  <a:schemeClr val="lt1"/>
                </a:solidFill>
                <a:latin typeface="Arial Narrow"/>
                <a:ea typeface="Arial Narrow"/>
                <a:cs typeface="Arial Narrow"/>
                <a:sym typeface="Arial Narrow"/>
              </a:defRPr>
            </a:lvl2pPr>
            <a:lvl3pPr indent="0" lvl="2" marL="0" marR="0" rtl="0" algn="r">
              <a:spcBef>
                <a:spcPts val="0"/>
              </a:spcBef>
              <a:spcAft>
                <a:spcPts val="0"/>
              </a:spcAft>
              <a:buNone/>
              <a:defRPr b="0" i="0" sz="1400" u="none" cap="none" strike="noStrike">
                <a:solidFill>
                  <a:schemeClr val="lt1"/>
                </a:solidFill>
                <a:latin typeface="Arial Narrow"/>
                <a:ea typeface="Arial Narrow"/>
                <a:cs typeface="Arial Narrow"/>
                <a:sym typeface="Arial Narrow"/>
              </a:defRPr>
            </a:lvl3pPr>
            <a:lvl4pPr indent="0" lvl="3" marL="0" marR="0" rtl="0" algn="r">
              <a:spcBef>
                <a:spcPts val="0"/>
              </a:spcBef>
              <a:spcAft>
                <a:spcPts val="0"/>
              </a:spcAft>
              <a:buNone/>
              <a:defRPr b="0" i="0" sz="1400" u="none" cap="none" strike="noStrike">
                <a:solidFill>
                  <a:schemeClr val="lt1"/>
                </a:solidFill>
                <a:latin typeface="Arial Narrow"/>
                <a:ea typeface="Arial Narrow"/>
                <a:cs typeface="Arial Narrow"/>
                <a:sym typeface="Arial Narrow"/>
              </a:defRPr>
            </a:lvl4pPr>
            <a:lvl5pPr indent="0" lvl="4" marL="0" marR="0" rtl="0" algn="r">
              <a:spcBef>
                <a:spcPts val="0"/>
              </a:spcBef>
              <a:spcAft>
                <a:spcPts val="0"/>
              </a:spcAft>
              <a:buNone/>
              <a:defRPr b="0" i="0" sz="1400" u="none" cap="none" strike="noStrike">
                <a:solidFill>
                  <a:schemeClr val="lt1"/>
                </a:solidFill>
                <a:latin typeface="Arial Narrow"/>
                <a:ea typeface="Arial Narrow"/>
                <a:cs typeface="Arial Narrow"/>
                <a:sym typeface="Arial Narrow"/>
              </a:defRPr>
            </a:lvl5pPr>
            <a:lvl6pPr indent="0" lvl="5" marL="0" marR="0" rtl="0" algn="r">
              <a:spcBef>
                <a:spcPts val="0"/>
              </a:spcBef>
              <a:spcAft>
                <a:spcPts val="0"/>
              </a:spcAft>
              <a:buNone/>
              <a:defRPr b="0" i="0" sz="1400" u="none" cap="none" strike="noStrike">
                <a:solidFill>
                  <a:schemeClr val="lt1"/>
                </a:solidFill>
                <a:latin typeface="Arial Narrow"/>
                <a:ea typeface="Arial Narrow"/>
                <a:cs typeface="Arial Narrow"/>
                <a:sym typeface="Arial Narrow"/>
              </a:defRPr>
            </a:lvl6pPr>
            <a:lvl7pPr indent="0" lvl="6" marL="0" marR="0" rtl="0" algn="r">
              <a:spcBef>
                <a:spcPts val="0"/>
              </a:spcBef>
              <a:spcAft>
                <a:spcPts val="0"/>
              </a:spcAft>
              <a:buNone/>
              <a:defRPr b="0" i="0" sz="1400" u="none" cap="none" strike="noStrike">
                <a:solidFill>
                  <a:schemeClr val="lt1"/>
                </a:solidFill>
                <a:latin typeface="Arial Narrow"/>
                <a:ea typeface="Arial Narrow"/>
                <a:cs typeface="Arial Narrow"/>
                <a:sym typeface="Arial Narrow"/>
              </a:defRPr>
            </a:lvl7pPr>
            <a:lvl8pPr indent="0" lvl="7" marL="0" marR="0" rtl="0" algn="r">
              <a:spcBef>
                <a:spcPts val="0"/>
              </a:spcBef>
              <a:spcAft>
                <a:spcPts val="0"/>
              </a:spcAft>
              <a:buNone/>
              <a:defRPr b="0" i="0" sz="1400" u="none" cap="none" strike="noStrike">
                <a:solidFill>
                  <a:schemeClr val="lt1"/>
                </a:solidFill>
                <a:latin typeface="Arial Narrow"/>
                <a:ea typeface="Arial Narrow"/>
                <a:cs typeface="Arial Narrow"/>
                <a:sym typeface="Arial Narrow"/>
              </a:defRPr>
            </a:lvl8pPr>
            <a:lvl9pPr indent="0" lvl="8" marL="0" marR="0" rtl="0" algn="r">
              <a:spcBef>
                <a:spcPts val="0"/>
              </a:spcBef>
              <a:spcAft>
                <a:spcPts val="0"/>
              </a:spcAft>
              <a:buNone/>
              <a:defRPr b="0" i="0" sz="1400" u="none" cap="none" strike="noStrike">
                <a:solidFill>
                  <a:schemeClr val="lt1"/>
                </a:solidFill>
                <a:latin typeface="Arial Narrow"/>
                <a:ea typeface="Arial Narrow"/>
                <a:cs typeface="Arial Narrow"/>
                <a:sym typeface="Arial Narrow"/>
              </a:defRPr>
            </a:lvl9pPr>
          </a:lstStyle>
          <a:p>
            <a:pPr indent="0" lvl="0" marL="0" rtl="0" algn="r">
              <a:spcBef>
                <a:spcPts val="0"/>
              </a:spcBef>
              <a:spcAft>
                <a:spcPts val="0"/>
              </a:spcAft>
              <a:buNone/>
            </a:pPr>
            <a:fld id="{00000000-1234-1234-1234-123412341234}" type="slidenum">
              <a:rPr lang="en-US"/>
              <a:t>‹#›</a:t>
            </a:fld>
            <a:endParaRPr/>
          </a:p>
        </p:txBody>
      </p:sp>
      <p:sp>
        <p:nvSpPr>
          <p:cNvPr id="23" name="Google Shape;23;p40"/>
          <p:cNvSpPr/>
          <p:nvPr/>
        </p:nvSpPr>
        <p:spPr>
          <a:xfrm>
            <a:off x="227013" y="0"/>
            <a:ext cx="228600" cy="6858000"/>
          </a:xfrm>
          <a:prstGeom prst="rect">
            <a:avLst/>
          </a:prstGeom>
          <a:gradFill>
            <a:gsLst>
              <a:gs pos="0">
                <a:schemeClr val="dk1"/>
              </a:gs>
              <a:gs pos="50000">
                <a:schemeClr val="folHlink"/>
              </a:gs>
              <a:gs pos="100000">
                <a:schemeClr val="dk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400" u="none" cap="none" strike="noStrike">
              <a:solidFill>
                <a:schemeClr val="lt1"/>
              </a:solidFill>
              <a:latin typeface="Times New Roman"/>
              <a:ea typeface="Times New Roman"/>
              <a:cs typeface="Times New Roman"/>
              <a:sym typeface="Times New Roman"/>
            </a:endParaRPr>
          </a:p>
        </p:txBody>
      </p:sp>
      <p:sp>
        <p:nvSpPr>
          <p:cNvPr id="24" name="Google Shape;24;p40"/>
          <p:cNvSpPr/>
          <p:nvPr/>
        </p:nvSpPr>
        <p:spPr>
          <a:xfrm flipH="1">
            <a:off x="304800" y="914400"/>
            <a:ext cx="8839200" cy="228600"/>
          </a:xfrm>
          <a:prstGeom prst="homePlate">
            <a:avLst>
              <a:gd fmla="val 67846" name="adj"/>
            </a:avLst>
          </a:prstGeom>
          <a:gradFill>
            <a:gsLst>
              <a:gs pos="0">
                <a:schemeClr val="dk1"/>
              </a:gs>
              <a:gs pos="50000">
                <a:schemeClr val="folHlink"/>
              </a:gs>
              <a:gs pos="100000">
                <a:schemeClr val="dk1"/>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400" u="none" cap="none" strike="noStrike">
              <a:solidFill>
                <a:schemeClr val="lt1"/>
              </a:solidFill>
              <a:latin typeface="Times New Roman"/>
              <a:ea typeface="Times New Roman"/>
              <a:cs typeface="Times New Roman"/>
              <a:sym typeface="Times New Roman"/>
            </a:endParaRPr>
          </a:p>
        </p:txBody>
      </p:sp>
      <p:sp>
        <p:nvSpPr>
          <p:cNvPr id="25" name="Google Shape;25;p40"/>
          <p:cNvSpPr/>
          <p:nvPr/>
        </p:nvSpPr>
        <p:spPr>
          <a:xfrm>
            <a:off x="1981200" y="2179638"/>
            <a:ext cx="190500" cy="467836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400" u="none" cap="none" strike="noStrike">
              <a:solidFill>
                <a:schemeClr val="lt1"/>
              </a:solidFill>
              <a:latin typeface="Times New Roman"/>
              <a:ea typeface="Times New Roman"/>
              <a:cs typeface="Times New Roman"/>
              <a:sym typeface="Times New Roman"/>
            </a:endParaRPr>
          </a:p>
        </p:txBody>
      </p:sp>
      <p:grpSp>
        <p:nvGrpSpPr>
          <p:cNvPr id="26" name="Google Shape;26;p40"/>
          <p:cNvGrpSpPr/>
          <p:nvPr/>
        </p:nvGrpSpPr>
        <p:grpSpPr>
          <a:xfrm>
            <a:off x="77788" y="5903119"/>
            <a:ext cx="533400" cy="750094"/>
            <a:chOff x="49" y="3718"/>
            <a:chExt cx="336" cy="473"/>
          </a:xfrm>
        </p:grpSpPr>
        <p:sp>
          <p:nvSpPr>
            <p:cNvPr id="27" name="Google Shape;27;p40"/>
            <p:cNvSpPr/>
            <p:nvPr/>
          </p:nvSpPr>
          <p:spPr>
            <a:xfrm rot="-5400000">
              <a:off x="142" y="3626"/>
              <a:ext cx="150" cy="335"/>
            </a:xfrm>
            <a:prstGeom prst="parallelogram">
              <a:avLst>
                <a:gd fmla="val 52954" name="adj"/>
              </a:avLst>
            </a:prstGeom>
            <a:gradFill>
              <a:gsLst>
                <a:gs pos="0">
                  <a:schemeClr val="accent2"/>
                </a:gs>
                <a:gs pos="100000">
                  <a:schemeClr val="accen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400" u="none" cap="none" strike="noStrike">
                <a:solidFill>
                  <a:schemeClr val="lt1"/>
                </a:solidFill>
                <a:latin typeface="Times New Roman"/>
                <a:ea typeface="Times New Roman"/>
                <a:cs typeface="Times New Roman"/>
                <a:sym typeface="Times New Roman"/>
              </a:endParaRPr>
            </a:p>
          </p:txBody>
        </p:sp>
        <p:sp>
          <p:nvSpPr>
            <p:cNvPr id="28" name="Google Shape;28;p40"/>
            <p:cNvSpPr/>
            <p:nvPr/>
          </p:nvSpPr>
          <p:spPr>
            <a:xfrm rot="-5400000">
              <a:off x="141" y="3786"/>
              <a:ext cx="151" cy="335"/>
            </a:xfrm>
            <a:prstGeom prst="parallelogram">
              <a:avLst>
                <a:gd fmla="val 52954" name="adj"/>
              </a:avLst>
            </a:prstGeom>
            <a:gradFill>
              <a:gsLst>
                <a:gs pos="0">
                  <a:schemeClr val="accent2"/>
                </a:gs>
                <a:gs pos="100000">
                  <a:schemeClr val="accen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400" u="none" cap="none" strike="noStrike">
                <a:solidFill>
                  <a:schemeClr val="lt1"/>
                </a:solidFill>
                <a:latin typeface="Times New Roman"/>
                <a:ea typeface="Times New Roman"/>
                <a:cs typeface="Times New Roman"/>
                <a:sym typeface="Times New Roman"/>
              </a:endParaRPr>
            </a:p>
          </p:txBody>
        </p:sp>
        <p:sp>
          <p:nvSpPr>
            <p:cNvPr id="29" name="Google Shape;29;p40"/>
            <p:cNvSpPr/>
            <p:nvPr/>
          </p:nvSpPr>
          <p:spPr>
            <a:xfrm rot="-5400000">
              <a:off x="142" y="3948"/>
              <a:ext cx="150" cy="336"/>
            </a:xfrm>
            <a:prstGeom prst="parallelogram">
              <a:avLst>
                <a:gd fmla="val 52954" name="adj"/>
              </a:avLst>
            </a:prstGeom>
            <a:gradFill>
              <a:gsLst>
                <a:gs pos="0">
                  <a:schemeClr val="accent2"/>
                </a:gs>
                <a:gs pos="100000">
                  <a:schemeClr val="accen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400" u="none" cap="none" strike="noStrike">
                <a:solidFill>
                  <a:schemeClr val="lt1"/>
                </a:solidFill>
                <a:latin typeface="Times New Roman"/>
                <a:ea typeface="Times New Roman"/>
                <a:cs typeface="Times New Roman"/>
                <a:sym typeface="Times New Roman"/>
              </a:endParaRPr>
            </a:p>
          </p:txBody>
        </p:sp>
      </p:grpSp>
      <p:sp>
        <p:nvSpPr>
          <p:cNvPr id="30" name="Google Shape;30;p40"/>
          <p:cNvSpPr txBox="1"/>
          <p:nvPr>
            <p:ph type="title"/>
          </p:nvPr>
        </p:nvSpPr>
        <p:spPr>
          <a:xfrm>
            <a:off x="611188" y="198438"/>
            <a:ext cx="7588250" cy="6858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3600" u="none" cap="none" strike="noStrike">
                <a:solidFill>
                  <a:schemeClr val="lt2"/>
                </a:solidFill>
                <a:latin typeface="Impact"/>
                <a:ea typeface="Impact"/>
                <a:cs typeface="Impact"/>
                <a:sym typeface="Impact"/>
              </a:defRPr>
            </a:lvl1pPr>
            <a:lvl2pPr lvl="1" marR="0" rtl="0" algn="l">
              <a:spcBef>
                <a:spcPts val="0"/>
              </a:spcBef>
              <a:spcAft>
                <a:spcPts val="0"/>
              </a:spcAft>
              <a:buSzPts val="1400"/>
              <a:buNone/>
              <a:defRPr b="0" i="0" sz="3600" u="none" cap="none" strike="noStrike">
                <a:solidFill>
                  <a:schemeClr val="lt2"/>
                </a:solidFill>
                <a:latin typeface="Impact"/>
                <a:ea typeface="Impact"/>
                <a:cs typeface="Impact"/>
                <a:sym typeface="Impact"/>
              </a:defRPr>
            </a:lvl2pPr>
            <a:lvl3pPr lvl="2" marR="0" rtl="0" algn="l">
              <a:spcBef>
                <a:spcPts val="0"/>
              </a:spcBef>
              <a:spcAft>
                <a:spcPts val="0"/>
              </a:spcAft>
              <a:buSzPts val="1400"/>
              <a:buNone/>
              <a:defRPr b="0" i="0" sz="3600" u="none" cap="none" strike="noStrike">
                <a:solidFill>
                  <a:schemeClr val="lt2"/>
                </a:solidFill>
                <a:latin typeface="Impact"/>
                <a:ea typeface="Impact"/>
                <a:cs typeface="Impact"/>
                <a:sym typeface="Impact"/>
              </a:defRPr>
            </a:lvl3pPr>
            <a:lvl4pPr lvl="3" marR="0" rtl="0" algn="l">
              <a:spcBef>
                <a:spcPts val="0"/>
              </a:spcBef>
              <a:spcAft>
                <a:spcPts val="0"/>
              </a:spcAft>
              <a:buSzPts val="1400"/>
              <a:buNone/>
              <a:defRPr b="0" i="0" sz="3600" u="none" cap="none" strike="noStrike">
                <a:solidFill>
                  <a:schemeClr val="lt2"/>
                </a:solidFill>
                <a:latin typeface="Impact"/>
                <a:ea typeface="Impact"/>
                <a:cs typeface="Impact"/>
                <a:sym typeface="Impact"/>
              </a:defRPr>
            </a:lvl4pPr>
            <a:lvl5pPr lvl="4" marR="0" rtl="0" algn="l">
              <a:spcBef>
                <a:spcPts val="0"/>
              </a:spcBef>
              <a:spcAft>
                <a:spcPts val="0"/>
              </a:spcAft>
              <a:buSzPts val="1400"/>
              <a:buNone/>
              <a:defRPr b="0" i="0" sz="3600" u="none" cap="none" strike="noStrike">
                <a:solidFill>
                  <a:schemeClr val="lt2"/>
                </a:solidFill>
                <a:latin typeface="Impact"/>
                <a:ea typeface="Impact"/>
                <a:cs typeface="Impact"/>
                <a:sym typeface="Impact"/>
              </a:defRPr>
            </a:lvl5pPr>
            <a:lvl6pPr lvl="5" marR="0" rtl="0" algn="l">
              <a:spcBef>
                <a:spcPts val="0"/>
              </a:spcBef>
              <a:spcAft>
                <a:spcPts val="0"/>
              </a:spcAft>
              <a:buSzPts val="1400"/>
              <a:buNone/>
              <a:defRPr b="0" i="0" sz="3600" u="none" cap="none" strike="noStrike">
                <a:solidFill>
                  <a:schemeClr val="lt2"/>
                </a:solidFill>
                <a:latin typeface="Impact"/>
                <a:ea typeface="Impact"/>
                <a:cs typeface="Impact"/>
                <a:sym typeface="Impact"/>
              </a:defRPr>
            </a:lvl6pPr>
            <a:lvl7pPr lvl="6" marR="0" rtl="0" algn="l">
              <a:spcBef>
                <a:spcPts val="0"/>
              </a:spcBef>
              <a:spcAft>
                <a:spcPts val="0"/>
              </a:spcAft>
              <a:buSzPts val="1400"/>
              <a:buNone/>
              <a:defRPr b="0" i="0" sz="3600" u="none" cap="none" strike="noStrike">
                <a:solidFill>
                  <a:schemeClr val="lt2"/>
                </a:solidFill>
                <a:latin typeface="Impact"/>
                <a:ea typeface="Impact"/>
                <a:cs typeface="Impact"/>
                <a:sym typeface="Impact"/>
              </a:defRPr>
            </a:lvl7pPr>
            <a:lvl8pPr lvl="7" marR="0" rtl="0" algn="l">
              <a:spcBef>
                <a:spcPts val="0"/>
              </a:spcBef>
              <a:spcAft>
                <a:spcPts val="0"/>
              </a:spcAft>
              <a:buSzPts val="1400"/>
              <a:buNone/>
              <a:defRPr b="0" i="0" sz="3600" u="none" cap="none" strike="noStrike">
                <a:solidFill>
                  <a:schemeClr val="lt2"/>
                </a:solidFill>
                <a:latin typeface="Impact"/>
                <a:ea typeface="Impact"/>
                <a:cs typeface="Impact"/>
                <a:sym typeface="Impact"/>
              </a:defRPr>
            </a:lvl8pPr>
            <a:lvl9pPr lvl="8" marR="0" rtl="0" algn="l">
              <a:spcBef>
                <a:spcPts val="0"/>
              </a:spcBef>
              <a:spcAft>
                <a:spcPts val="0"/>
              </a:spcAft>
              <a:buSzPts val="1400"/>
              <a:buNone/>
              <a:defRPr b="0" i="0" sz="3600" u="none" cap="none" strike="noStrike">
                <a:solidFill>
                  <a:schemeClr val="lt2"/>
                </a:solidFill>
                <a:latin typeface="Impact"/>
                <a:ea typeface="Impact"/>
                <a:cs typeface="Impact"/>
                <a:sym typeface="Impact"/>
              </a:defRPr>
            </a:lvl9pPr>
          </a:lstStyle>
          <a:p/>
        </p:txBody>
      </p:sp>
      <p:grpSp>
        <p:nvGrpSpPr>
          <p:cNvPr id="31" name="Google Shape;31;p40"/>
          <p:cNvGrpSpPr/>
          <p:nvPr/>
        </p:nvGrpSpPr>
        <p:grpSpPr>
          <a:xfrm>
            <a:off x="8189913" y="731838"/>
            <a:ext cx="739775" cy="533400"/>
            <a:chOff x="5159" y="461"/>
            <a:chExt cx="466" cy="336"/>
          </a:xfrm>
        </p:grpSpPr>
        <p:sp>
          <p:nvSpPr>
            <p:cNvPr id="32" name="Google Shape;32;p40"/>
            <p:cNvSpPr/>
            <p:nvPr/>
          </p:nvSpPr>
          <p:spPr>
            <a:xfrm>
              <a:off x="5475" y="462"/>
              <a:ext cx="150" cy="335"/>
            </a:xfrm>
            <a:prstGeom prst="parallelogram">
              <a:avLst>
                <a:gd fmla="val 52954" name="adj"/>
              </a:avLst>
            </a:prstGeom>
            <a:gradFill>
              <a:gsLst>
                <a:gs pos="0">
                  <a:schemeClr val="accent1"/>
                </a:gs>
                <a:gs pos="100000">
                  <a:schemeClr val="accent2"/>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400" u="none" cap="none" strike="noStrike">
                <a:solidFill>
                  <a:schemeClr val="lt1"/>
                </a:solidFill>
                <a:latin typeface="Times New Roman"/>
                <a:ea typeface="Times New Roman"/>
                <a:cs typeface="Times New Roman"/>
                <a:sym typeface="Times New Roman"/>
              </a:endParaRPr>
            </a:p>
          </p:txBody>
        </p:sp>
        <p:sp>
          <p:nvSpPr>
            <p:cNvPr id="33" name="Google Shape;33;p40"/>
            <p:cNvSpPr/>
            <p:nvPr/>
          </p:nvSpPr>
          <p:spPr>
            <a:xfrm>
              <a:off x="5318" y="462"/>
              <a:ext cx="151" cy="335"/>
            </a:xfrm>
            <a:prstGeom prst="parallelogram">
              <a:avLst>
                <a:gd fmla="val 52954" name="adj"/>
              </a:avLst>
            </a:prstGeom>
            <a:gradFill>
              <a:gsLst>
                <a:gs pos="0">
                  <a:schemeClr val="accent1"/>
                </a:gs>
                <a:gs pos="100000">
                  <a:schemeClr val="accent2"/>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400" u="none" cap="none" strike="noStrike">
                <a:solidFill>
                  <a:schemeClr val="lt1"/>
                </a:solidFill>
                <a:latin typeface="Times New Roman"/>
                <a:ea typeface="Times New Roman"/>
                <a:cs typeface="Times New Roman"/>
                <a:sym typeface="Times New Roman"/>
              </a:endParaRPr>
            </a:p>
          </p:txBody>
        </p:sp>
        <p:sp>
          <p:nvSpPr>
            <p:cNvPr id="34" name="Google Shape;34;p40"/>
            <p:cNvSpPr/>
            <p:nvPr/>
          </p:nvSpPr>
          <p:spPr>
            <a:xfrm>
              <a:off x="5159" y="461"/>
              <a:ext cx="150" cy="336"/>
            </a:xfrm>
            <a:prstGeom prst="parallelogram">
              <a:avLst>
                <a:gd fmla="val 52954" name="adj"/>
              </a:avLst>
            </a:prstGeom>
            <a:gradFill>
              <a:gsLst>
                <a:gs pos="0">
                  <a:schemeClr val="accent1"/>
                </a:gs>
                <a:gs pos="100000">
                  <a:schemeClr val="accent2"/>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400" u="none" cap="none" strike="noStrike">
                <a:solidFill>
                  <a:schemeClr val="lt1"/>
                </a:solidFill>
                <a:latin typeface="Times New Roman"/>
                <a:ea typeface="Times New Roman"/>
                <a:cs typeface="Times New Roman"/>
                <a:sym typeface="Times New Roman"/>
              </a:endParaRPr>
            </a:p>
          </p:txBody>
        </p:sp>
      </p:gr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 presetSubtype="2">
                                  <p:stCondLst>
                                    <p:cond delay="0"/>
                                  </p:stCondLst>
                                  <p:childTnLst>
                                    <p:set>
                                      <p:cBhvr>
                                        <p:cTn dur="1" fill="hold">
                                          <p:stCondLst>
                                            <p:cond delay="0"/>
                                          </p:stCondLst>
                                        </p:cTn>
                                        <p:tgtEl>
                                          <p:spTgt spid="10"/>
                                        </p:tgtEl>
                                        <p:attrNameLst>
                                          <p:attrName>style.visibility</p:attrName>
                                        </p:attrNameLst>
                                      </p:cBhvr>
                                      <p:to>
                                        <p:strVal val="visible"/>
                                      </p:to>
                                    </p:set>
                                    <p:anim calcmode="lin" valueType="num">
                                      <p:cBhvr additive="base">
                                        <p:cTn dur="500"/>
                                        <p:tgtEl>
                                          <p:spTgt spid="10"/>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20" Type="http://schemas.openxmlformats.org/officeDocument/2006/relationships/oleObject" Target="../embeddings/oleObject6.bin"/><Relationship Id="rId22" Type="http://schemas.openxmlformats.org/officeDocument/2006/relationships/oleObject" Target="../embeddings/oleObject7.bin"/><Relationship Id="rId21" Type="http://schemas.openxmlformats.org/officeDocument/2006/relationships/image" Target="../media/image6.png"/><Relationship Id="rId24" Type="http://schemas.openxmlformats.org/officeDocument/2006/relationships/image" Target="../media/image34.png"/><Relationship Id="rId23" Type="http://schemas.openxmlformats.org/officeDocument/2006/relationships/oleObject" Target="../embeddings/oleObject7.bin"/><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vmlDrawing" Target="../drawings/vmlDrawing1.vml"/><Relationship Id="rId4" Type="http://schemas.openxmlformats.org/officeDocument/2006/relationships/oleObject" Target="../embeddings/oleObject1.bin"/><Relationship Id="rId9" Type="http://schemas.openxmlformats.org/officeDocument/2006/relationships/image" Target="../media/image5.png"/><Relationship Id="rId26" Type="http://schemas.openxmlformats.org/officeDocument/2006/relationships/oleObject" Target="../embeddings/oleObject8.bin"/><Relationship Id="rId25" Type="http://schemas.openxmlformats.org/officeDocument/2006/relationships/oleObject" Target="../embeddings/oleObject8.bin"/><Relationship Id="rId28" Type="http://schemas.openxmlformats.org/officeDocument/2006/relationships/oleObject" Target="../embeddings/oleObject9.bin"/><Relationship Id="rId27" Type="http://schemas.openxmlformats.org/officeDocument/2006/relationships/image" Target="../media/image18.png"/><Relationship Id="rId5" Type="http://schemas.openxmlformats.org/officeDocument/2006/relationships/oleObject" Target="../embeddings/oleObject1.bin"/><Relationship Id="rId6" Type="http://schemas.openxmlformats.org/officeDocument/2006/relationships/image" Target="../media/image9.png"/><Relationship Id="rId29" Type="http://schemas.openxmlformats.org/officeDocument/2006/relationships/oleObject" Target="../embeddings/oleObject9.bin"/><Relationship Id="rId7" Type="http://schemas.openxmlformats.org/officeDocument/2006/relationships/oleObject" Target="../embeddings/oleObject2.bin"/><Relationship Id="rId8" Type="http://schemas.openxmlformats.org/officeDocument/2006/relationships/oleObject" Target="../embeddings/oleObject2.bin"/><Relationship Id="rId31" Type="http://schemas.openxmlformats.org/officeDocument/2006/relationships/image" Target="../media/image2.png"/><Relationship Id="rId30" Type="http://schemas.openxmlformats.org/officeDocument/2006/relationships/image" Target="../media/image11.png"/><Relationship Id="rId11" Type="http://schemas.openxmlformats.org/officeDocument/2006/relationships/oleObject" Target="../embeddings/oleObject3.bin"/><Relationship Id="rId10" Type="http://schemas.openxmlformats.org/officeDocument/2006/relationships/oleObject" Target="../embeddings/oleObject3.bin"/><Relationship Id="rId13" Type="http://schemas.openxmlformats.org/officeDocument/2006/relationships/oleObject" Target="../embeddings/oleObject4.bin"/><Relationship Id="rId12" Type="http://schemas.openxmlformats.org/officeDocument/2006/relationships/image" Target="../media/image15.png"/><Relationship Id="rId15" Type="http://schemas.openxmlformats.org/officeDocument/2006/relationships/image" Target="../media/image8.png"/><Relationship Id="rId14" Type="http://schemas.openxmlformats.org/officeDocument/2006/relationships/oleObject" Target="../embeddings/oleObject4.bin"/><Relationship Id="rId17" Type="http://schemas.openxmlformats.org/officeDocument/2006/relationships/oleObject" Target="../embeddings/oleObject5.bin"/><Relationship Id="rId16" Type="http://schemas.openxmlformats.org/officeDocument/2006/relationships/oleObject" Target="../embeddings/oleObject5.bin"/><Relationship Id="rId19" Type="http://schemas.openxmlformats.org/officeDocument/2006/relationships/oleObject" Target="../embeddings/oleObject6.bin"/><Relationship Id="rId18" Type="http://schemas.openxmlformats.org/officeDocument/2006/relationships/image" Target="../media/image1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vmlDrawing" Target="../drawings/vmlDrawing2.vml"/><Relationship Id="rId4" Type="http://schemas.openxmlformats.org/officeDocument/2006/relationships/image" Target="../media/image1.png"/><Relationship Id="rId9" Type="http://schemas.openxmlformats.org/officeDocument/2006/relationships/oleObject" Target="../embeddings/oleObject11.bin"/><Relationship Id="rId5" Type="http://schemas.openxmlformats.org/officeDocument/2006/relationships/oleObject" Target="../embeddings/oleObject10.bin"/><Relationship Id="rId6" Type="http://schemas.openxmlformats.org/officeDocument/2006/relationships/oleObject" Target="../embeddings/oleObject10.bin"/><Relationship Id="rId7" Type="http://schemas.openxmlformats.org/officeDocument/2006/relationships/image" Target="../media/image4.png"/><Relationship Id="rId8" Type="http://schemas.openxmlformats.org/officeDocument/2006/relationships/oleObject" Target="../embeddings/oleObject11.bin"/><Relationship Id="rId11" Type="http://schemas.openxmlformats.org/officeDocument/2006/relationships/oleObject" Target="../embeddings/oleObject12.bin"/><Relationship Id="rId10" Type="http://schemas.openxmlformats.org/officeDocument/2006/relationships/image" Target="../media/image13.png"/><Relationship Id="rId13" Type="http://schemas.openxmlformats.org/officeDocument/2006/relationships/image" Target="../media/image19.png"/><Relationship Id="rId12" Type="http://schemas.openxmlformats.org/officeDocument/2006/relationships/oleObject" Target="../embeddings/oleObject12.bin"/><Relationship Id="rId15" Type="http://schemas.openxmlformats.org/officeDocument/2006/relationships/oleObject" Target="../embeddings/oleObject13.bin"/><Relationship Id="rId14" Type="http://schemas.openxmlformats.org/officeDocument/2006/relationships/oleObject" Target="../embeddings/oleObject13.bin"/><Relationship Id="rId17" Type="http://schemas.openxmlformats.org/officeDocument/2006/relationships/image" Target="../media/image7.png"/><Relationship Id="rId16" Type="http://schemas.openxmlformats.org/officeDocument/2006/relationships/image" Target="../media/image1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vmlDrawing" Target="../drawings/vmlDrawing3.vml"/><Relationship Id="rId4" Type="http://schemas.openxmlformats.org/officeDocument/2006/relationships/oleObject" Target="../embeddings/oleObject14.bin"/><Relationship Id="rId9" Type="http://schemas.openxmlformats.org/officeDocument/2006/relationships/image" Target="../media/image17.png"/><Relationship Id="rId5" Type="http://schemas.openxmlformats.org/officeDocument/2006/relationships/oleObject" Target="../embeddings/oleObject14.bin"/><Relationship Id="rId6" Type="http://schemas.openxmlformats.org/officeDocument/2006/relationships/image" Target="../media/image12.png"/><Relationship Id="rId7" Type="http://schemas.openxmlformats.org/officeDocument/2006/relationships/oleObject" Target="../embeddings/oleObject15.bin"/><Relationship Id="rId8" Type="http://schemas.openxmlformats.org/officeDocument/2006/relationships/oleObject" Target="../embeddings/oleObject15.bin"/><Relationship Id="rId11" Type="http://schemas.openxmlformats.org/officeDocument/2006/relationships/oleObject" Target="../embeddings/oleObject16.bin"/><Relationship Id="rId10" Type="http://schemas.openxmlformats.org/officeDocument/2006/relationships/oleObject" Target="../embeddings/oleObject16.bin"/><Relationship Id="rId13" Type="http://schemas.openxmlformats.org/officeDocument/2006/relationships/image" Target="../media/image3.png"/><Relationship Id="rId12"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vmlDrawing" Target="../drawings/vmlDrawing4.vml"/><Relationship Id="rId4" Type="http://schemas.openxmlformats.org/officeDocument/2006/relationships/oleObject" Target="../embeddings/oleObject17.bin"/><Relationship Id="rId5" Type="http://schemas.openxmlformats.org/officeDocument/2006/relationships/oleObject" Target="../embeddings/oleObject17.bin"/><Relationship Id="rId6" Type="http://schemas.openxmlformats.org/officeDocument/2006/relationships/image" Target="../media/image2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 Id="rId3" Type="http://schemas.openxmlformats.org/officeDocument/2006/relationships/image" Target="../media/image2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vmlDrawing" Target="../drawings/vmlDrawing5.vml"/><Relationship Id="rId4" Type="http://schemas.openxmlformats.org/officeDocument/2006/relationships/oleObject" Target="../embeddings/oleObject18.bin"/><Relationship Id="rId5" Type="http://schemas.openxmlformats.org/officeDocument/2006/relationships/oleObject" Target="../embeddings/oleObject18.bin"/><Relationship Id="rId6" Type="http://schemas.openxmlformats.org/officeDocument/2006/relationships/image" Target="../media/image3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4.xml"/><Relationship Id="rId3" Type="http://schemas.openxmlformats.org/officeDocument/2006/relationships/image" Target="../media/image22.png"/><Relationship Id="rId4" Type="http://schemas.openxmlformats.org/officeDocument/2006/relationships/image" Target="../media/image24.png"/><Relationship Id="rId9" Type="http://schemas.openxmlformats.org/officeDocument/2006/relationships/image" Target="../media/image26.png"/><Relationship Id="rId5" Type="http://schemas.openxmlformats.org/officeDocument/2006/relationships/image" Target="../media/image33.png"/><Relationship Id="rId6" Type="http://schemas.openxmlformats.org/officeDocument/2006/relationships/image" Target="../media/image23.png"/><Relationship Id="rId7" Type="http://schemas.openxmlformats.org/officeDocument/2006/relationships/image" Target="../media/image29.png"/><Relationship Id="rId8" Type="http://schemas.openxmlformats.org/officeDocument/2006/relationships/image" Target="../media/image28.png"/><Relationship Id="rId11" Type="http://schemas.openxmlformats.org/officeDocument/2006/relationships/image" Target="../media/image32.png"/><Relationship Id="rId10" Type="http://schemas.openxmlformats.org/officeDocument/2006/relationships/image" Target="../media/image27.png"/><Relationship Id="rId13" Type="http://schemas.openxmlformats.org/officeDocument/2006/relationships/image" Target="../media/image30.png"/><Relationship Id="rId12" Type="http://schemas.openxmlformats.org/officeDocument/2006/relationships/image" Target="../media/image2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24.png"/><Relationship Id="rId4" Type="http://schemas.openxmlformats.org/officeDocument/2006/relationships/image" Target="../media/image33.png"/><Relationship Id="rId5" Type="http://schemas.openxmlformats.org/officeDocument/2006/relationships/image" Target="../media/image2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28" name="Shape 128"/>
        <p:cNvGrpSpPr/>
        <p:nvPr/>
      </p:nvGrpSpPr>
      <p:grpSpPr>
        <a:xfrm>
          <a:off x="0" y="0"/>
          <a:ext cx="0" cy="0"/>
          <a:chOff x="0" y="0"/>
          <a:chExt cx="0" cy="0"/>
        </a:xfrm>
      </p:grpSpPr>
      <p:sp>
        <p:nvSpPr>
          <p:cNvPr id="129" name="Google Shape;129;p1"/>
          <p:cNvSpPr txBox="1"/>
          <p:nvPr>
            <p:ph type="ctrTitle"/>
          </p:nvPr>
        </p:nvSpPr>
        <p:spPr>
          <a:xfrm>
            <a:off x="785813" y="1785938"/>
            <a:ext cx="7772400" cy="1182687"/>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CSE 1801</a:t>
            </a:r>
            <a:br>
              <a:rPr lang="en-US"/>
            </a:br>
            <a:r>
              <a:rPr lang="en-US"/>
              <a:t>Object Oriented Programming</a:t>
            </a:r>
            <a:endParaRPr/>
          </a:p>
        </p:txBody>
      </p:sp>
      <p:sp>
        <p:nvSpPr>
          <p:cNvPr id="130" name="Google Shape;130;p1"/>
          <p:cNvSpPr txBox="1"/>
          <p:nvPr/>
        </p:nvSpPr>
        <p:spPr>
          <a:xfrm>
            <a:off x="857250" y="2928938"/>
            <a:ext cx="7772400" cy="825500"/>
          </a:xfrm>
          <a:prstGeom prst="rect">
            <a:avLst/>
          </a:prstGeom>
          <a:noFill/>
          <a:ln>
            <a:noFill/>
          </a:ln>
        </p:spPr>
        <p:txBody>
          <a:bodyPr anchorCtr="0" anchor="b" bIns="45700" lIns="91425" spcFirstLastPara="1" rIns="91425" wrap="square" tIns="45700">
            <a:noAutofit/>
          </a:bodyPr>
          <a:lstStyle/>
          <a:p>
            <a:pPr indent="0" lvl="0" marL="0" marR="0" rtl="0" algn="ctr">
              <a:spcBef>
                <a:spcPts val="0"/>
              </a:spcBef>
              <a:spcAft>
                <a:spcPts val="0"/>
              </a:spcAft>
              <a:buNone/>
            </a:pPr>
            <a:r>
              <a:rPr b="0" i="0" lang="en-US" sz="3200" u="none" cap="none" strike="noStrike">
                <a:solidFill>
                  <a:srgbClr val="FF0000"/>
                </a:solidFill>
                <a:latin typeface="Times New Roman"/>
                <a:ea typeface="Times New Roman"/>
                <a:cs typeface="Times New Roman"/>
                <a:sym typeface="Times New Roman"/>
              </a:rPr>
              <a:t>Introduction</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34" name="Shape 134"/>
        <p:cNvGrpSpPr/>
        <p:nvPr/>
      </p:nvGrpSpPr>
      <p:grpSpPr>
        <a:xfrm>
          <a:off x="0" y="0"/>
          <a:ext cx="0" cy="0"/>
          <a:chOff x="0" y="0"/>
          <a:chExt cx="0" cy="0"/>
        </a:xfrm>
      </p:grpSpPr>
      <p:sp>
        <p:nvSpPr>
          <p:cNvPr id="135" name="Google Shape;135;p2"/>
          <p:cNvSpPr txBox="1"/>
          <p:nvPr>
            <p:ph type="title"/>
          </p:nvPr>
        </p:nvSpPr>
        <p:spPr>
          <a:xfrm>
            <a:off x="611188" y="198438"/>
            <a:ext cx="7588250" cy="6858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Acknowledgement</a:t>
            </a:r>
            <a:endParaRPr/>
          </a:p>
        </p:txBody>
      </p:sp>
      <p:sp>
        <p:nvSpPr>
          <p:cNvPr id="136" name="Google Shape;136;p2"/>
          <p:cNvSpPr txBox="1"/>
          <p:nvPr>
            <p:ph idx="1" type="body"/>
          </p:nvPr>
        </p:nvSpPr>
        <p:spPr>
          <a:xfrm>
            <a:off x="609600" y="1266825"/>
            <a:ext cx="8305800" cy="4905375"/>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800"/>
              <a:buChar char="●"/>
            </a:pPr>
            <a:r>
              <a:rPr lang="en-US"/>
              <a:t>For preparing the slides I took materials from the following sources</a:t>
            </a:r>
            <a:endParaRPr/>
          </a:p>
          <a:p>
            <a:pPr indent="-285750" lvl="1" marL="742950" rtl="0" algn="l">
              <a:spcBef>
                <a:spcPts val="400"/>
              </a:spcBef>
              <a:spcAft>
                <a:spcPts val="0"/>
              </a:spcAft>
              <a:buSzPts val="2000"/>
              <a:buFont typeface="Times New Roman"/>
              <a:buChar char="•"/>
            </a:pPr>
            <a:r>
              <a:rPr lang="en-US"/>
              <a:t>Course Slides of Dr. Tagrul Dayar, Bilkent University</a:t>
            </a:r>
            <a:endParaRPr/>
          </a:p>
          <a:p>
            <a:pPr indent="-285750" lvl="1" marL="742950" rtl="0" algn="l">
              <a:spcBef>
                <a:spcPts val="400"/>
              </a:spcBef>
              <a:spcAft>
                <a:spcPts val="0"/>
              </a:spcAft>
              <a:buSzPts val="2000"/>
              <a:buFont typeface="Times New Roman"/>
              <a:buChar char="•"/>
            </a:pPr>
            <a:r>
              <a:rPr lang="en-US"/>
              <a:t>Java book “</a:t>
            </a:r>
            <a:r>
              <a:rPr i="1" lang="en-US"/>
              <a:t>Java Software Solutions</a:t>
            </a:r>
            <a:r>
              <a:rPr lang="en-US"/>
              <a:t>” by Lewis &amp; Loftus.</a:t>
            </a:r>
            <a:endParaRPr/>
          </a:p>
        </p:txBody>
      </p:sp>
      <p:sp>
        <p:nvSpPr>
          <p:cNvPr id="137" name="Google Shape;137;p2"/>
          <p:cNvSpPr txBox="1"/>
          <p:nvPr>
            <p:ph idx="12" type="sldNum"/>
          </p:nvPr>
        </p:nvSpPr>
        <p:spPr>
          <a:xfrm>
            <a:off x="7092950" y="6248400"/>
            <a:ext cx="1905000" cy="4572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41" name="Shape 141"/>
        <p:cNvGrpSpPr/>
        <p:nvPr/>
      </p:nvGrpSpPr>
      <p:grpSpPr>
        <a:xfrm>
          <a:off x="0" y="0"/>
          <a:ext cx="0" cy="0"/>
          <a:chOff x="0" y="0"/>
          <a:chExt cx="0" cy="0"/>
        </a:xfrm>
      </p:grpSpPr>
      <p:sp>
        <p:nvSpPr>
          <p:cNvPr id="142" name="Google Shape;142;p3"/>
          <p:cNvSpPr txBox="1"/>
          <p:nvPr>
            <p:ph type="title"/>
          </p:nvPr>
        </p:nvSpPr>
        <p:spPr>
          <a:xfrm>
            <a:off x="611188" y="198438"/>
            <a:ext cx="7588250" cy="6858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Outline</a:t>
            </a:r>
            <a:endParaRPr/>
          </a:p>
        </p:txBody>
      </p:sp>
      <p:sp>
        <p:nvSpPr>
          <p:cNvPr id="143" name="Google Shape;143;p3"/>
          <p:cNvSpPr txBox="1"/>
          <p:nvPr>
            <p:ph idx="1" type="body"/>
          </p:nvPr>
        </p:nvSpPr>
        <p:spPr>
          <a:xfrm>
            <a:off x="609600" y="1266825"/>
            <a:ext cx="8305800" cy="4905375"/>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800"/>
              <a:buChar char="●"/>
            </a:pPr>
            <a:r>
              <a:rPr lang="en-US"/>
              <a:t>Course Objectives</a:t>
            </a:r>
            <a:endParaRPr/>
          </a:p>
          <a:p>
            <a:pPr indent="-342900" lvl="0" marL="342900" rtl="0" algn="l">
              <a:spcBef>
                <a:spcPts val="480"/>
              </a:spcBef>
              <a:spcAft>
                <a:spcPts val="0"/>
              </a:spcAft>
              <a:buSzPts val="1800"/>
              <a:buChar char="●"/>
            </a:pPr>
            <a:r>
              <a:rPr lang="en-US"/>
              <a:t>Text Book</a:t>
            </a:r>
            <a:endParaRPr/>
          </a:p>
          <a:p>
            <a:pPr indent="-342900" lvl="0" marL="342900" rtl="0" algn="l">
              <a:spcBef>
                <a:spcPts val="480"/>
              </a:spcBef>
              <a:spcAft>
                <a:spcPts val="0"/>
              </a:spcAft>
              <a:buSzPts val="1800"/>
              <a:buChar char="●"/>
            </a:pPr>
            <a:r>
              <a:rPr lang="en-US"/>
              <a:t>Objects</a:t>
            </a:r>
            <a:endParaRPr/>
          </a:p>
          <a:p>
            <a:pPr indent="-342900" lvl="0" marL="342900" rtl="0" algn="l">
              <a:spcBef>
                <a:spcPts val="480"/>
              </a:spcBef>
              <a:spcAft>
                <a:spcPts val="0"/>
              </a:spcAft>
              <a:buSzPts val="1800"/>
              <a:buChar char="●"/>
            </a:pPr>
            <a:r>
              <a:rPr lang="en-US"/>
              <a:t>Classes</a:t>
            </a:r>
            <a:endParaRPr/>
          </a:p>
          <a:p>
            <a:pPr indent="-342900" lvl="0" marL="342900" rtl="0" algn="l">
              <a:spcBef>
                <a:spcPts val="480"/>
              </a:spcBef>
              <a:spcAft>
                <a:spcPts val="0"/>
              </a:spcAft>
              <a:buSzPts val="1800"/>
              <a:buChar char="●"/>
            </a:pPr>
            <a:r>
              <a:rPr lang="en-US"/>
              <a:t>Abstractions</a:t>
            </a:r>
            <a:endParaRPr/>
          </a:p>
          <a:p>
            <a:pPr indent="-342900" lvl="0" marL="342900" rtl="0" algn="l">
              <a:spcBef>
                <a:spcPts val="480"/>
              </a:spcBef>
              <a:spcAft>
                <a:spcPts val="0"/>
              </a:spcAft>
              <a:buSzPts val="1800"/>
              <a:buChar char="●"/>
            </a:pPr>
            <a:r>
              <a:rPr lang="en-US"/>
              <a:t>Encapsulations</a:t>
            </a:r>
            <a:endParaRPr/>
          </a:p>
          <a:p>
            <a:pPr indent="-228600" lvl="0" marL="342900" rtl="0" algn="l">
              <a:spcBef>
                <a:spcPts val="480"/>
              </a:spcBef>
              <a:spcAft>
                <a:spcPts val="0"/>
              </a:spcAft>
              <a:buSzPts val="1800"/>
              <a:buNone/>
            </a:pPr>
            <a:r>
              <a:t/>
            </a:r>
            <a:endParaRPr/>
          </a:p>
        </p:txBody>
      </p:sp>
      <p:sp>
        <p:nvSpPr>
          <p:cNvPr id="144" name="Google Shape;144;p3"/>
          <p:cNvSpPr txBox="1"/>
          <p:nvPr>
            <p:ph idx="12" type="sldNum"/>
          </p:nvPr>
        </p:nvSpPr>
        <p:spPr>
          <a:xfrm>
            <a:off x="7092950" y="6248400"/>
            <a:ext cx="1905000" cy="4572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48" name="Shape 148"/>
        <p:cNvGrpSpPr/>
        <p:nvPr/>
      </p:nvGrpSpPr>
      <p:grpSpPr>
        <a:xfrm>
          <a:off x="0" y="0"/>
          <a:ext cx="0" cy="0"/>
          <a:chOff x="0" y="0"/>
          <a:chExt cx="0" cy="0"/>
        </a:xfrm>
      </p:grpSpPr>
      <p:sp>
        <p:nvSpPr>
          <p:cNvPr id="149" name="Google Shape;149;p4"/>
          <p:cNvSpPr txBox="1"/>
          <p:nvPr>
            <p:ph type="title"/>
          </p:nvPr>
        </p:nvSpPr>
        <p:spPr>
          <a:xfrm>
            <a:off x="611188" y="198438"/>
            <a:ext cx="7588250" cy="6858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Course Objectives</a:t>
            </a:r>
            <a:endParaRPr/>
          </a:p>
        </p:txBody>
      </p:sp>
      <p:sp>
        <p:nvSpPr>
          <p:cNvPr id="150" name="Google Shape;150;p4"/>
          <p:cNvSpPr txBox="1"/>
          <p:nvPr>
            <p:ph idx="1" type="body"/>
          </p:nvPr>
        </p:nvSpPr>
        <p:spPr>
          <a:xfrm>
            <a:off x="609600" y="1266825"/>
            <a:ext cx="8305800" cy="4905375"/>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2100"/>
              <a:buChar char="●"/>
            </a:pPr>
            <a:r>
              <a:rPr lang="en-US" sz="2800"/>
              <a:t>Learning object-oriented programming with Java.</a:t>
            </a:r>
            <a:endParaRPr/>
          </a:p>
          <a:p>
            <a:pPr indent="-342900" lvl="0" marL="342900" rtl="0" algn="l">
              <a:spcBef>
                <a:spcPts val="560"/>
              </a:spcBef>
              <a:spcAft>
                <a:spcPts val="0"/>
              </a:spcAft>
              <a:buSzPts val="2100"/>
              <a:buChar char="●"/>
            </a:pPr>
            <a:r>
              <a:rPr lang="en-US" sz="2800"/>
              <a:t>Writing and enhancing </a:t>
            </a:r>
            <a:endParaRPr/>
          </a:p>
          <a:p>
            <a:pPr indent="-285750" lvl="1" marL="742950" rtl="0" algn="l">
              <a:spcBef>
                <a:spcPts val="480"/>
              </a:spcBef>
              <a:spcAft>
                <a:spcPts val="0"/>
              </a:spcAft>
              <a:buSzPts val="2400"/>
              <a:buFont typeface="Times New Roman"/>
              <a:buChar char="•"/>
            </a:pPr>
            <a:r>
              <a:rPr lang="en-US" sz="2400"/>
              <a:t>Classes</a:t>
            </a:r>
            <a:endParaRPr/>
          </a:p>
          <a:p>
            <a:pPr indent="-285750" lvl="1" marL="742950" rtl="0" algn="l">
              <a:spcBef>
                <a:spcPts val="480"/>
              </a:spcBef>
              <a:spcAft>
                <a:spcPts val="0"/>
              </a:spcAft>
              <a:buSzPts val="2400"/>
              <a:buFont typeface="Times New Roman"/>
              <a:buChar char="•"/>
            </a:pPr>
            <a:r>
              <a:rPr lang="en-US" sz="2400"/>
              <a:t>Arrays </a:t>
            </a:r>
            <a:endParaRPr/>
          </a:p>
          <a:p>
            <a:pPr indent="-285750" lvl="1" marL="742950" rtl="0" algn="l">
              <a:spcBef>
                <a:spcPts val="480"/>
              </a:spcBef>
              <a:spcAft>
                <a:spcPts val="0"/>
              </a:spcAft>
              <a:buSzPts val="2400"/>
              <a:buFont typeface="Times New Roman"/>
              <a:buChar char="•"/>
            </a:pPr>
            <a:r>
              <a:rPr lang="en-US" sz="2400"/>
              <a:t>Inheritance and polymorphism</a:t>
            </a:r>
            <a:endParaRPr/>
          </a:p>
          <a:p>
            <a:pPr indent="-285750" lvl="1" marL="742950" rtl="0" algn="l">
              <a:spcBef>
                <a:spcPts val="480"/>
              </a:spcBef>
              <a:spcAft>
                <a:spcPts val="0"/>
              </a:spcAft>
              <a:buSzPts val="2400"/>
              <a:buFont typeface="Times New Roman"/>
              <a:buChar char="•"/>
            </a:pPr>
            <a:r>
              <a:rPr lang="en-US" sz="2400"/>
              <a:t>Abstract classes and interfaces</a:t>
            </a:r>
            <a:endParaRPr/>
          </a:p>
          <a:p>
            <a:pPr indent="-285750" lvl="1" marL="742950" rtl="0" algn="l">
              <a:spcBef>
                <a:spcPts val="480"/>
              </a:spcBef>
              <a:spcAft>
                <a:spcPts val="0"/>
              </a:spcAft>
              <a:buSzPts val="2400"/>
              <a:buFont typeface="Times New Roman"/>
              <a:buChar char="•"/>
            </a:pPr>
            <a:r>
              <a:rPr lang="en-US" sz="2400"/>
              <a:t>Graphical user interface</a:t>
            </a:r>
            <a:endParaRPr/>
          </a:p>
          <a:p>
            <a:pPr indent="-285750" lvl="1" marL="742950" rtl="0" algn="l">
              <a:spcBef>
                <a:spcPts val="480"/>
              </a:spcBef>
              <a:spcAft>
                <a:spcPts val="0"/>
              </a:spcAft>
              <a:buSzPts val="2400"/>
              <a:buFont typeface="Times New Roman"/>
              <a:buChar char="•"/>
            </a:pPr>
            <a:r>
              <a:rPr lang="en-US" sz="2400"/>
              <a:t>I/O streams</a:t>
            </a:r>
            <a:endParaRPr/>
          </a:p>
          <a:p>
            <a:pPr indent="-285750" lvl="1" marL="742950" rtl="0" algn="l">
              <a:spcBef>
                <a:spcPts val="480"/>
              </a:spcBef>
              <a:spcAft>
                <a:spcPts val="0"/>
              </a:spcAft>
              <a:buSzPts val="2400"/>
              <a:buFont typeface="Times New Roman"/>
              <a:buChar char="•"/>
            </a:pPr>
            <a:r>
              <a:rPr lang="en-US" sz="2400"/>
              <a:t>Exceptions.</a:t>
            </a:r>
            <a:endParaRPr/>
          </a:p>
          <a:p>
            <a:pPr indent="-209550" lvl="0" marL="342900" rtl="0" algn="l">
              <a:spcBef>
                <a:spcPts val="560"/>
              </a:spcBef>
              <a:spcAft>
                <a:spcPts val="0"/>
              </a:spcAft>
              <a:buSzPts val="2100"/>
              <a:buNone/>
            </a:pPr>
            <a:r>
              <a:t/>
            </a:r>
            <a:endParaRPr sz="2800"/>
          </a:p>
        </p:txBody>
      </p:sp>
      <p:sp>
        <p:nvSpPr>
          <p:cNvPr id="151" name="Google Shape;151;p4"/>
          <p:cNvSpPr txBox="1"/>
          <p:nvPr>
            <p:ph idx="12" type="sldNum"/>
          </p:nvPr>
        </p:nvSpPr>
        <p:spPr>
          <a:xfrm>
            <a:off x="7092950" y="6248400"/>
            <a:ext cx="1905000" cy="4572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55" name="Shape 155"/>
        <p:cNvGrpSpPr/>
        <p:nvPr/>
      </p:nvGrpSpPr>
      <p:grpSpPr>
        <a:xfrm>
          <a:off x="0" y="0"/>
          <a:ext cx="0" cy="0"/>
          <a:chOff x="0" y="0"/>
          <a:chExt cx="0" cy="0"/>
        </a:xfrm>
      </p:grpSpPr>
      <p:sp>
        <p:nvSpPr>
          <p:cNvPr id="156" name="Google Shape;156;p5"/>
          <p:cNvSpPr txBox="1"/>
          <p:nvPr>
            <p:ph type="title"/>
          </p:nvPr>
        </p:nvSpPr>
        <p:spPr>
          <a:xfrm>
            <a:off x="611188" y="198438"/>
            <a:ext cx="7588250" cy="6858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Text Book</a:t>
            </a:r>
            <a:endParaRPr/>
          </a:p>
        </p:txBody>
      </p:sp>
      <p:sp>
        <p:nvSpPr>
          <p:cNvPr id="157" name="Google Shape;157;p5"/>
          <p:cNvSpPr txBox="1"/>
          <p:nvPr>
            <p:ph idx="1" type="body"/>
          </p:nvPr>
        </p:nvSpPr>
        <p:spPr>
          <a:xfrm>
            <a:off x="609600" y="1266825"/>
            <a:ext cx="8305800" cy="4905375"/>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800"/>
              <a:buChar char="●"/>
            </a:pPr>
            <a:r>
              <a:rPr lang="en-US"/>
              <a:t>Lewis &amp; Loftus, “Java Software Solutions – Foundations of program design”,  Addison Wesly, 8</a:t>
            </a:r>
            <a:r>
              <a:rPr baseline="30000" lang="en-US"/>
              <a:t>th</a:t>
            </a:r>
            <a:r>
              <a:rPr lang="en-US"/>
              <a:t> edition,  2014.</a:t>
            </a:r>
            <a:endParaRPr/>
          </a:p>
          <a:p>
            <a:pPr indent="-342900" lvl="0" marL="342900" rtl="0" algn="l">
              <a:spcBef>
                <a:spcPts val="480"/>
              </a:spcBef>
              <a:spcAft>
                <a:spcPts val="0"/>
              </a:spcAft>
              <a:buSzPts val="1800"/>
              <a:buChar char="●"/>
            </a:pPr>
            <a:r>
              <a:rPr lang="en-US"/>
              <a:t>Deitel &amp; Deitel, “ Java: How to program”</a:t>
            </a:r>
            <a:endParaRPr/>
          </a:p>
        </p:txBody>
      </p:sp>
      <p:sp>
        <p:nvSpPr>
          <p:cNvPr id="158" name="Google Shape;158;p5"/>
          <p:cNvSpPr txBox="1"/>
          <p:nvPr>
            <p:ph idx="12" type="sldNum"/>
          </p:nvPr>
        </p:nvSpPr>
        <p:spPr>
          <a:xfrm>
            <a:off x="7092950" y="6248400"/>
            <a:ext cx="1905000" cy="4572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62" name="Shape 162"/>
        <p:cNvGrpSpPr/>
        <p:nvPr/>
      </p:nvGrpSpPr>
      <p:grpSpPr>
        <a:xfrm>
          <a:off x="0" y="0"/>
          <a:ext cx="0" cy="0"/>
          <a:chOff x="0" y="0"/>
          <a:chExt cx="0" cy="0"/>
        </a:xfrm>
      </p:grpSpPr>
      <p:sp>
        <p:nvSpPr>
          <p:cNvPr id="163" name="Google Shape;163;p6"/>
          <p:cNvSpPr txBox="1"/>
          <p:nvPr>
            <p:ph type="title"/>
          </p:nvPr>
        </p:nvSpPr>
        <p:spPr>
          <a:xfrm>
            <a:off x="611188" y="198438"/>
            <a:ext cx="7588250" cy="6858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Java is an Object-Oriented Language</a:t>
            </a:r>
            <a:endParaRPr/>
          </a:p>
        </p:txBody>
      </p:sp>
      <p:sp>
        <p:nvSpPr>
          <p:cNvPr id="164" name="Google Shape;164;p6"/>
          <p:cNvSpPr txBox="1"/>
          <p:nvPr>
            <p:ph idx="1" type="body"/>
          </p:nvPr>
        </p:nvSpPr>
        <p:spPr>
          <a:xfrm>
            <a:off x="609600" y="1266825"/>
            <a:ext cx="8305800" cy="4905375"/>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800"/>
              <a:buChar char="●"/>
            </a:pPr>
            <a:r>
              <a:rPr lang="en-US"/>
              <a:t>In structured programming languages, methods define the structure of the programs, they are basic building blocks</a:t>
            </a:r>
            <a:endParaRPr/>
          </a:p>
          <a:p>
            <a:pPr indent="-342900" lvl="0" marL="342900" rtl="0" algn="l">
              <a:spcBef>
                <a:spcPts val="480"/>
              </a:spcBef>
              <a:spcAft>
                <a:spcPts val="0"/>
              </a:spcAft>
              <a:buSzPts val="1800"/>
              <a:buChar char="●"/>
            </a:pPr>
            <a:r>
              <a:rPr lang="en-US"/>
              <a:t>Data has secondary role, it is just something that is passed around.</a:t>
            </a:r>
            <a:endParaRPr/>
          </a:p>
          <a:p>
            <a:pPr indent="-342900" lvl="0" marL="342900" rtl="0" algn="l">
              <a:spcBef>
                <a:spcPts val="480"/>
              </a:spcBef>
              <a:spcAft>
                <a:spcPts val="0"/>
              </a:spcAft>
              <a:buSzPts val="1800"/>
              <a:buChar char="●"/>
            </a:pPr>
            <a:r>
              <a:rPr lang="en-US"/>
              <a:t>In object oriented languages, the data has the principal role</a:t>
            </a:r>
            <a:endParaRPr/>
          </a:p>
          <a:p>
            <a:pPr indent="-342900" lvl="0" marL="342900" rtl="0" algn="l">
              <a:spcBef>
                <a:spcPts val="480"/>
              </a:spcBef>
              <a:spcAft>
                <a:spcPts val="0"/>
              </a:spcAft>
              <a:buSzPts val="1800"/>
              <a:buChar char="●"/>
            </a:pPr>
            <a:r>
              <a:rPr lang="en-US"/>
              <a:t>Methods belong to the data, without the data, the method does not have any meaning (Except static methods)</a:t>
            </a:r>
            <a:endParaRPr/>
          </a:p>
          <a:p>
            <a:pPr indent="-342900" lvl="0" marL="342900" rtl="0" algn="l">
              <a:spcBef>
                <a:spcPts val="480"/>
              </a:spcBef>
              <a:spcAft>
                <a:spcPts val="0"/>
              </a:spcAft>
              <a:buSzPts val="1800"/>
              <a:buChar char="●"/>
            </a:pPr>
            <a:r>
              <a:rPr lang="en-US"/>
              <a:t>Data and methods together make up the object.</a:t>
            </a:r>
            <a:endParaRPr/>
          </a:p>
          <a:p>
            <a:pPr indent="-342900" lvl="0" marL="342900" rtl="0" algn="l">
              <a:spcBef>
                <a:spcPts val="480"/>
              </a:spcBef>
              <a:spcAft>
                <a:spcPts val="0"/>
              </a:spcAft>
              <a:buSzPts val="1800"/>
              <a:buChar char="●"/>
            </a:pPr>
            <a:r>
              <a:rPr lang="en-US"/>
              <a:t>OOP tries to model the real world.</a:t>
            </a:r>
            <a:endParaRPr/>
          </a:p>
          <a:p>
            <a:pPr indent="-342900" lvl="0" marL="342900" rtl="0" algn="l">
              <a:spcBef>
                <a:spcPts val="480"/>
              </a:spcBef>
              <a:spcAft>
                <a:spcPts val="0"/>
              </a:spcAft>
              <a:buSzPts val="1800"/>
              <a:buChar char="●"/>
            </a:pPr>
            <a:r>
              <a:rPr lang="en-US"/>
              <a:t>What does the real world look like?</a:t>
            </a:r>
            <a:endParaRPr/>
          </a:p>
        </p:txBody>
      </p:sp>
      <p:sp>
        <p:nvSpPr>
          <p:cNvPr id="165" name="Google Shape;165;p6"/>
          <p:cNvSpPr txBox="1"/>
          <p:nvPr>
            <p:ph idx="12" type="sldNum"/>
          </p:nvPr>
        </p:nvSpPr>
        <p:spPr>
          <a:xfrm>
            <a:off x="7092950" y="6248400"/>
            <a:ext cx="1905000" cy="4572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64">
                                            <p:txEl>
                                              <p:pRg end="0" st="0"/>
                                            </p:txEl>
                                          </p:spTgt>
                                        </p:tgtEl>
                                        <p:attrNameLst>
                                          <p:attrName>style.visibility</p:attrName>
                                        </p:attrNameLst>
                                      </p:cBhvr>
                                      <p:to>
                                        <p:strVal val="visible"/>
                                      </p:to>
                                    </p:set>
                                    <p:anim calcmode="lin" valueType="num">
                                      <p:cBhvr additive="base">
                                        <p:cTn dur="500"/>
                                        <p:tgtEl>
                                          <p:spTgt spid="164">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64">
                                            <p:txEl>
                                              <p:pRg end="1" st="1"/>
                                            </p:txEl>
                                          </p:spTgt>
                                        </p:tgtEl>
                                        <p:attrNameLst>
                                          <p:attrName>style.visibility</p:attrName>
                                        </p:attrNameLst>
                                      </p:cBhvr>
                                      <p:to>
                                        <p:strVal val="visible"/>
                                      </p:to>
                                    </p:set>
                                    <p:anim calcmode="lin" valueType="num">
                                      <p:cBhvr additive="base">
                                        <p:cTn dur="500"/>
                                        <p:tgtEl>
                                          <p:spTgt spid="164">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64">
                                            <p:txEl>
                                              <p:pRg end="2" st="2"/>
                                            </p:txEl>
                                          </p:spTgt>
                                        </p:tgtEl>
                                        <p:attrNameLst>
                                          <p:attrName>style.visibility</p:attrName>
                                        </p:attrNameLst>
                                      </p:cBhvr>
                                      <p:to>
                                        <p:strVal val="visible"/>
                                      </p:to>
                                    </p:set>
                                    <p:anim calcmode="lin" valueType="num">
                                      <p:cBhvr additive="base">
                                        <p:cTn dur="500"/>
                                        <p:tgtEl>
                                          <p:spTgt spid="164">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64">
                                            <p:txEl>
                                              <p:pRg end="3" st="3"/>
                                            </p:txEl>
                                          </p:spTgt>
                                        </p:tgtEl>
                                        <p:attrNameLst>
                                          <p:attrName>style.visibility</p:attrName>
                                        </p:attrNameLst>
                                      </p:cBhvr>
                                      <p:to>
                                        <p:strVal val="visible"/>
                                      </p:to>
                                    </p:set>
                                    <p:anim calcmode="lin" valueType="num">
                                      <p:cBhvr additive="base">
                                        <p:cTn dur="500"/>
                                        <p:tgtEl>
                                          <p:spTgt spid="164">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64">
                                            <p:txEl>
                                              <p:pRg end="4" st="4"/>
                                            </p:txEl>
                                          </p:spTgt>
                                        </p:tgtEl>
                                        <p:attrNameLst>
                                          <p:attrName>style.visibility</p:attrName>
                                        </p:attrNameLst>
                                      </p:cBhvr>
                                      <p:to>
                                        <p:strVal val="visible"/>
                                      </p:to>
                                    </p:set>
                                    <p:anim calcmode="lin" valueType="num">
                                      <p:cBhvr additive="base">
                                        <p:cTn dur="500"/>
                                        <p:tgtEl>
                                          <p:spTgt spid="164">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64">
                                            <p:txEl>
                                              <p:pRg end="5" st="5"/>
                                            </p:txEl>
                                          </p:spTgt>
                                        </p:tgtEl>
                                        <p:attrNameLst>
                                          <p:attrName>style.visibility</p:attrName>
                                        </p:attrNameLst>
                                      </p:cBhvr>
                                      <p:to>
                                        <p:strVal val="visible"/>
                                      </p:to>
                                    </p:set>
                                    <p:anim calcmode="lin" valueType="num">
                                      <p:cBhvr additive="base">
                                        <p:cTn dur="500"/>
                                        <p:tgtEl>
                                          <p:spTgt spid="164">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64">
                                            <p:txEl>
                                              <p:pRg end="6" st="6"/>
                                            </p:txEl>
                                          </p:spTgt>
                                        </p:tgtEl>
                                        <p:attrNameLst>
                                          <p:attrName>style.visibility</p:attrName>
                                        </p:attrNameLst>
                                      </p:cBhvr>
                                      <p:to>
                                        <p:strVal val="visible"/>
                                      </p:to>
                                    </p:set>
                                    <p:anim calcmode="lin" valueType="num">
                                      <p:cBhvr additive="base">
                                        <p:cTn dur="500"/>
                                        <p:tgtEl>
                                          <p:spTgt spid="164">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70" name="Shape 170"/>
        <p:cNvGrpSpPr/>
        <p:nvPr/>
      </p:nvGrpSpPr>
      <p:grpSpPr>
        <a:xfrm>
          <a:off x="0" y="0"/>
          <a:ext cx="0" cy="0"/>
          <a:chOff x="0" y="0"/>
          <a:chExt cx="0" cy="0"/>
        </a:xfrm>
      </p:grpSpPr>
      <p:sp>
        <p:nvSpPr>
          <p:cNvPr id="171" name="Google Shape;171;p7"/>
          <p:cNvSpPr txBox="1"/>
          <p:nvPr>
            <p:ph type="title"/>
          </p:nvPr>
        </p:nvSpPr>
        <p:spPr>
          <a:xfrm>
            <a:off x="611188" y="198438"/>
            <a:ext cx="7588250" cy="685800"/>
          </a:xfrm>
          <a:prstGeom prst="rect">
            <a:avLst/>
          </a:prstGeom>
          <a:noFill/>
          <a:ln>
            <a:noFill/>
          </a:ln>
        </p:spPr>
        <p:txBody>
          <a:bodyPr anchorCtr="0" anchor="ctr" bIns="44450" lIns="90475" spcFirstLastPara="1" rIns="90475" wrap="square" tIns="44450">
            <a:noAutofit/>
          </a:bodyPr>
          <a:lstStyle/>
          <a:p>
            <a:pPr indent="0" lvl="0" marL="0" rtl="0" algn="l">
              <a:spcBef>
                <a:spcPts val="0"/>
              </a:spcBef>
              <a:spcAft>
                <a:spcPts val="0"/>
              </a:spcAft>
              <a:buNone/>
            </a:pPr>
            <a:r>
              <a:rPr lang="en-US"/>
              <a:t>Objects everywhere...</a:t>
            </a:r>
            <a:endParaRPr/>
          </a:p>
        </p:txBody>
      </p:sp>
      <p:grpSp>
        <p:nvGrpSpPr>
          <p:cNvPr id="172" name="Google Shape;172;p7"/>
          <p:cNvGrpSpPr/>
          <p:nvPr/>
        </p:nvGrpSpPr>
        <p:grpSpPr>
          <a:xfrm>
            <a:off x="1762125" y="1755775"/>
            <a:ext cx="1978025" cy="1285875"/>
            <a:chOff x="1203" y="1106"/>
            <a:chExt cx="1349" cy="810"/>
          </a:xfrm>
        </p:grpSpPr>
        <p:graphicFrame>
          <p:nvGraphicFramePr>
            <p:cNvPr id="173" name="Google Shape;173;p7"/>
            <p:cNvGraphicFramePr/>
            <p:nvPr/>
          </p:nvGraphicFramePr>
          <p:xfrm>
            <a:off x="1203" y="1106"/>
            <a:ext cx="1349" cy="810"/>
          </p:xfrm>
          <a:graphic>
            <a:graphicData uri="http://schemas.openxmlformats.org/presentationml/2006/ole">
              <mc:AlternateContent>
                <mc:Choice Requires="v">
                  <p:oleObj r:id="rId4" imgH="810" imgW="1349" progId="" spid="_x0000_s1">
                    <p:embed/>
                  </p:oleObj>
                </mc:Choice>
                <mc:Fallback>
                  <p:oleObj r:id="rId5" imgH="810" imgW="1349" progId="">
                    <p:embed/>
                    <p:pic>
                      <p:nvPicPr>
                        <p:cNvPr id="173" name="Google Shape;173;p7"/>
                        <p:cNvPicPr preferRelativeResize="0"/>
                        <p:nvPr/>
                      </p:nvPicPr>
                      <p:blipFill rotWithShape="1">
                        <a:blip r:embed="rId6">
                          <a:alphaModFix/>
                        </a:blip>
                        <a:srcRect b="0" l="0" r="0" t="0"/>
                        <a:stretch/>
                      </p:blipFill>
                      <p:spPr>
                        <a:xfrm>
                          <a:off x="1203" y="1106"/>
                          <a:ext cx="1349" cy="810"/>
                        </a:xfrm>
                        <a:prstGeom prst="rect">
                          <a:avLst/>
                        </a:prstGeom>
                        <a:noFill/>
                        <a:ln>
                          <a:noFill/>
                        </a:ln>
                      </p:spPr>
                    </p:pic>
                  </p:oleObj>
                </mc:Fallback>
              </mc:AlternateContent>
            </a:graphicData>
          </a:graphic>
        </p:graphicFrame>
        <p:graphicFrame>
          <p:nvGraphicFramePr>
            <p:cNvPr id="174" name="Google Shape;174;p7"/>
            <p:cNvGraphicFramePr/>
            <p:nvPr/>
          </p:nvGraphicFramePr>
          <p:xfrm>
            <a:off x="1222" y="1152"/>
            <a:ext cx="1223" cy="397"/>
          </p:xfrm>
          <a:graphic>
            <a:graphicData uri="http://schemas.openxmlformats.org/presentationml/2006/ole">
              <mc:AlternateContent>
                <mc:Choice Requires="v">
                  <p:oleObj r:id="rId7" imgH="397" imgW="1223" progId="" spid="_x0000_s2">
                    <p:embed/>
                  </p:oleObj>
                </mc:Choice>
                <mc:Fallback>
                  <p:oleObj r:id="rId8" imgH="397" imgW="1223" progId="">
                    <p:embed/>
                    <p:pic>
                      <p:nvPicPr>
                        <p:cNvPr id="174" name="Google Shape;174;p7"/>
                        <p:cNvPicPr preferRelativeResize="0"/>
                        <p:nvPr/>
                      </p:nvPicPr>
                      <p:blipFill rotWithShape="1">
                        <a:blip r:embed="rId9">
                          <a:alphaModFix/>
                        </a:blip>
                        <a:srcRect b="0" l="0" r="0" t="0"/>
                        <a:stretch/>
                      </p:blipFill>
                      <p:spPr>
                        <a:xfrm>
                          <a:off x="1222" y="1152"/>
                          <a:ext cx="1223" cy="397"/>
                        </a:xfrm>
                        <a:prstGeom prst="rect">
                          <a:avLst/>
                        </a:prstGeom>
                        <a:noFill/>
                        <a:ln>
                          <a:noFill/>
                        </a:ln>
                      </p:spPr>
                    </p:pic>
                  </p:oleObj>
                </mc:Fallback>
              </mc:AlternateContent>
            </a:graphicData>
          </a:graphic>
        </p:graphicFrame>
      </p:grpSp>
      <p:graphicFrame>
        <p:nvGraphicFramePr>
          <p:cNvPr id="175" name="Google Shape;175;p7"/>
          <p:cNvGraphicFramePr/>
          <p:nvPr/>
        </p:nvGraphicFramePr>
        <p:xfrm>
          <a:off x="5854700" y="1447800"/>
          <a:ext cx="1038225" cy="1582738"/>
        </p:xfrm>
        <a:graphic>
          <a:graphicData uri="http://schemas.openxmlformats.org/presentationml/2006/ole">
            <mc:AlternateContent>
              <mc:Choice Requires="v">
                <p:oleObj r:id="rId10" imgH="1582738" imgW="1038225" progId="" spid="_x0000_s3">
                  <p:embed/>
                </p:oleObj>
              </mc:Choice>
              <mc:Fallback>
                <p:oleObj r:id="rId11" imgH="1582738" imgW="1038225" progId="">
                  <p:embed/>
                  <p:pic>
                    <p:nvPicPr>
                      <p:cNvPr id="175" name="Google Shape;175;p7"/>
                      <p:cNvPicPr preferRelativeResize="0"/>
                      <p:nvPr/>
                    </p:nvPicPr>
                    <p:blipFill rotWithShape="1">
                      <a:blip r:embed="rId12">
                        <a:alphaModFix/>
                      </a:blip>
                      <a:srcRect b="0" l="0" r="0" t="0"/>
                      <a:stretch/>
                    </p:blipFill>
                    <p:spPr>
                      <a:xfrm>
                        <a:off x="5854700" y="1447800"/>
                        <a:ext cx="1038225" cy="1582738"/>
                      </a:xfrm>
                      <a:prstGeom prst="rect">
                        <a:avLst/>
                      </a:prstGeom>
                      <a:noFill/>
                      <a:ln>
                        <a:noFill/>
                      </a:ln>
                    </p:spPr>
                  </p:pic>
                </p:oleObj>
              </mc:Fallback>
            </mc:AlternateContent>
          </a:graphicData>
        </a:graphic>
      </p:graphicFrame>
      <p:graphicFrame>
        <p:nvGraphicFramePr>
          <p:cNvPr id="176" name="Google Shape;176;p7"/>
          <p:cNvGraphicFramePr/>
          <p:nvPr/>
        </p:nvGraphicFramePr>
        <p:xfrm>
          <a:off x="1058863" y="3271838"/>
          <a:ext cx="1695450" cy="965200"/>
        </p:xfrm>
        <a:graphic>
          <a:graphicData uri="http://schemas.openxmlformats.org/presentationml/2006/ole">
            <mc:AlternateContent>
              <mc:Choice Requires="v">
                <p:oleObj r:id="rId13" imgH="965200" imgW="1695450" progId="" spid="_x0000_s4">
                  <p:embed/>
                </p:oleObj>
              </mc:Choice>
              <mc:Fallback>
                <p:oleObj r:id="rId14" imgH="965200" imgW="1695450" progId="">
                  <p:embed/>
                  <p:pic>
                    <p:nvPicPr>
                      <p:cNvPr id="176" name="Google Shape;176;p7"/>
                      <p:cNvPicPr preferRelativeResize="0"/>
                      <p:nvPr/>
                    </p:nvPicPr>
                    <p:blipFill rotWithShape="1">
                      <a:blip r:embed="rId15">
                        <a:alphaModFix/>
                      </a:blip>
                      <a:srcRect b="0" l="0" r="0" t="0"/>
                      <a:stretch/>
                    </p:blipFill>
                    <p:spPr>
                      <a:xfrm>
                        <a:off x="1058863" y="3271838"/>
                        <a:ext cx="1695450" cy="965200"/>
                      </a:xfrm>
                      <a:prstGeom prst="rect">
                        <a:avLst/>
                      </a:prstGeom>
                      <a:noFill/>
                      <a:ln>
                        <a:noFill/>
                      </a:ln>
                    </p:spPr>
                  </p:pic>
                </p:oleObj>
              </mc:Fallback>
            </mc:AlternateContent>
          </a:graphicData>
        </a:graphic>
      </p:graphicFrame>
      <p:graphicFrame>
        <p:nvGraphicFramePr>
          <p:cNvPr id="177" name="Google Shape;177;p7"/>
          <p:cNvGraphicFramePr/>
          <p:nvPr/>
        </p:nvGraphicFramePr>
        <p:xfrm>
          <a:off x="1042988" y="4581525"/>
          <a:ext cx="2051050" cy="1328738"/>
        </p:xfrm>
        <a:graphic>
          <a:graphicData uri="http://schemas.openxmlformats.org/presentationml/2006/ole">
            <mc:AlternateContent>
              <mc:Choice Requires="v">
                <p:oleObj r:id="rId16" imgH="1328738" imgW="2051050" progId="" spid="_x0000_s5">
                  <p:embed/>
                </p:oleObj>
              </mc:Choice>
              <mc:Fallback>
                <p:oleObj r:id="rId17" imgH="1328738" imgW="2051050" progId="">
                  <p:embed/>
                  <p:pic>
                    <p:nvPicPr>
                      <p:cNvPr id="177" name="Google Shape;177;p7"/>
                      <p:cNvPicPr preferRelativeResize="0"/>
                      <p:nvPr/>
                    </p:nvPicPr>
                    <p:blipFill rotWithShape="1">
                      <a:blip r:embed="rId18">
                        <a:alphaModFix/>
                      </a:blip>
                      <a:srcRect b="0" l="0" r="0" t="0"/>
                      <a:stretch/>
                    </p:blipFill>
                    <p:spPr>
                      <a:xfrm>
                        <a:off x="1042988" y="4581525"/>
                        <a:ext cx="2051050" cy="1328738"/>
                      </a:xfrm>
                      <a:prstGeom prst="rect">
                        <a:avLst/>
                      </a:prstGeom>
                      <a:noFill/>
                      <a:ln>
                        <a:noFill/>
                      </a:ln>
                    </p:spPr>
                  </p:pic>
                </p:oleObj>
              </mc:Fallback>
            </mc:AlternateContent>
          </a:graphicData>
        </a:graphic>
      </p:graphicFrame>
      <p:graphicFrame>
        <p:nvGraphicFramePr>
          <p:cNvPr id="178" name="Google Shape;178;p7"/>
          <p:cNvGraphicFramePr/>
          <p:nvPr/>
        </p:nvGraphicFramePr>
        <p:xfrm>
          <a:off x="4581525" y="1517650"/>
          <a:ext cx="565150" cy="1679575"/>
        </p:xfrm>
        <a:graphic>
          <a:graphicData uri="http://schemas.openxmlformats.org/presentationml/2006/ole">
            <mc:AlternateContent>
              <mc:Choice Requires="v">
                <p:oleObj r:id="rId19" imgH="1679575" imgW="565150" progId="" spid="_x0000_s6">
                  <p:embed/>
                </p:oleObj>
              </mc:Choice>
              <mc:Fallback>
                <p:oleObj r:id="rId20" imgH="1679575" imgW="565150" progId="">
                  <p:embed/>
                  <p:pic>
                    <p:nvPicPr>
                      <p:cNvPr id="178" name="Google Shape;178;p7"/>
                      <p:cNvPicPr preferRelativeResize="0"/>
                      <p:nvPr/>
                    </p:nvPicPr>
                    <p:blipFill rotWithShape="1">
                      <a:blip r:embed="rId21">
                        <a:alphaModFix/>
                      </a:blip>
                      <a:srcRect b="0" l="0" r="0" t="0"/>
                      <a:stretch/>
                    </p:blipFill>
                    <p:spPr>
                      <a:xfrm>
                        <a:off x="4581525" y="1517650"/>
                        <a:ext cx="565150" cy="1679575"/>
                      </a:xfrm>
                      <a:prstGeom prst="rect">
                        <a:avLst/>
                      </a:prstGeom>
                      <a:noFill/>
                      <a:ln>
                        <a:noFill/>
                      </a:ln>
                    </p:spPr>
                  </p:pic>
                </p:oleObj>
              </mc:Fallback>
            </mc:AlternateContent>
          </a:graphicData>
        </a:graphic>
      </p:graphicFrame>
      <p:graphicFrame>
        <p:nvGraphicFramePr>
          <p:cNvPr id="179" name="Google Shape;179;p7"/>
          <p:cNvGraphicFramePr/>
          <p:nvPr/>
        </p:nvGraphicFramePr>
        <p:xfrm>
          <a:off x="7308850" y="4652963"/>
          <a:ext cx="179388" cy="1173162"/>
        </p:xfrm>
        <a:graphic>
          <a:graphicData uri="http://schemas.openxmlformats.org/presentationml/2006/ole">
            <mc:AlternateContent>
              <mc:Choice Requires="v">
                <p:oleObj r:id="rId22" imgH="1173162" imgW="179388" progId="" spid="_x0000_s7">
                  <p:embed/>
                </p:oleObj>
              </mc:Choice>
              <mc:Fallback>
                <p:oleObj r:id="rId23" imgH="1173162" imgW="179388" progId="">
                  <p:embed/>
                  <p:pic>
                    <p:nvPicPr>
                      <p:cNvPr id="179" name="Google Shape;179;p7"/>
                      <p:cNvPicPr preferRelativeResize="0"/>
                      <p:nvPr/>
                    </p:nvPicPr>
                    <p:blipFill rotWithShape="1">
                      <a:blip r:embed="rId24">
                        <a:alphaModFix/>
                      </a:blip>
                      <a:srcRect b="0" l="0" r="0" t="0"/>
                      <a:stretch/>
                    </p:blipFill>
                    <p:spPr>
                      <a:xfrm>
                        <a:off x="7308850" y="4652963"/>
                        <a:ext cx="179388" cy="1173162"/>
                      </a:xfrm>
                      <a:prstGeom prst="rect">
                        <a:avLst/>
                      </a:prstGeom>
                      <a:noFill/>
                      <a:ln>
                        <a:noFill/>
                      </a:ln>
                    </p:spPr>
                  </p:pic>
                </p:oleObj>
              </mc:Fallback>
            </mc:AlternateContent>
          </a:graphicData>
        </a:graphic>
      </p:graphicFrame>
      <p:sp>
        <p:nvSpPr>
          <p:cNvPr id="180" name="Google Shape;180;p7"/>
          <p:cNvSpPr/>
          <p:nvPr/>
        </p:nvSpPr>
        <p:spPr>
          <a:xfrm>
            <a:off x="3362325" y="3324225"/>
            <a:ext cx="3003550" cy="576263"/>
          </a:xfrm>
          <a:prstGeom prst="rect">
            <a:avLst/>
          </a:prstGeom>
          <a:noFill/>
          <a:ln>
            <a:noFill/>
          </a:ln>
        </p:spPr>
        <p:txBody>
          <a:bodyPr anchorCtr="0" anchor="t" bIns="44450" lIns="90475" spcFirstLastPara="1" rIns="90475" wrap="square" tIns="44450">
            <a:spAutoFit/>
          </a:bodyPr>
          <a:lstStyle/>
          <a:p>
            <a:pPr indent="0" lvl="0" marL="0" marR="0" rtl="0" algn="l">
              <a:spcBef>
                <a:spcPts val="0"/>
              </a:spcBef>
              <a:spcAft>
                <a:spcPts val="0"/>
              </a:spcAft>
              <a:buNone/>
            </a:pPr>
            <a:r>
              <a:rPr b="0" i="0" lang="en-US" sz="3200" u="none" cap="none" strike="noStrike">
                <a:solidFill>
                  <a:schemeClr val="lt1"/>
                </a:solidFill>
                <a:latin typeface="Times New Roman"/>
                <a:ea typeface="Times New Roman"/>
                <a:cs typeface="Times New Roman"/>
                <a:sym typeface="Times New Roman"/>
              </a:rPr>
              <a:t>Real world entities</a:t>
            </a:r>
            <a:endParaRPr/>
          </a:p>
        </p:txBody>
      </p:sp>
      <p:graphicFrame>
        <p:nvGraphicFramePr>
          <p:cNvPr id="181" name="Google Shape;181;p7"/>
          <p:cNvGraphicFramePr/>
          <p:nvPr/>
        </p:nvGraphicFramePr>
        <p:xfrm>
          <a:off x="4932363" y="4581525"/>
          <a:ext cx="1428750" cy="1317625"/>
        </p:xfrm>
        <a:graphic>
          <a:graphicData uri="http://schemas.openxmlformats.org/presentationml/2006/ole">
            <mc:AlternateContent>
              <mc:Choice Requires="v">
                <p:oleObj r:id="rId25" imgH="1317625" imgW="1428750" progId="" spid="_x0000_s8">
                  <p:embed/>
                </p:oleObj>
              </mc:Choice>
              <mc:Fallback>
                <p:oleObj r:id="rId26" imgH="1317625" imgW="1428750" progId="">
                  <p:embed/>
                  <p:pic>
                    <p:nvPicPr>
                      <p:cNvPr id="181" name="Google Shape;181;p7"/>
                      <p:cNvPicPr preferRelativeResize="0"/>
                      <p:nvPr/>
                    </p:nvPicPr>
                    <p:blipFill rotWithShape="1">
                      <a:blip r:embed="rId27">
                        <a:alphaModFix/>
                      </a:blip>
                      <a:srcRect b="0" l="0" r="0" t="0"/>
                      <a:stretch/>
                    </p:blipFill>
                    <p:spPr>
                      <a:xfrm>
                        <a:off x="4932363" y="4581525"/>
                        <a:ext cx="1428750" cy="1317625"/>
                      </a:xfrm>
                      <a:prstGeom prst="rect">
                        <a:avLst/>
                      </a:prstGeom>
                      <a:noFill/>
                      <a:ln>
                        <a:noFill/>
                      </a:ln>
                    </p:spPr>
                  </p:pic>
                </p:oleObj>
              </mc:Fallback>
            </mc:AlternateContent>
          </a:graphicData>
        </a:graphic>
      </p:graphicFrame>
      <p:graphicFrame>
        <p:nvGraphicFramePr>
          <p:cNvPr id="182" name="Google Shape;182;p7"/>
          <p:cNvGraphicFramePr/>
          <p:nvPr/>
        </p:nvGraphicFramePr>
        <p:xfrm>
          <a:off x="3635375" y="4508500"/>
          <a:ext cx="812800" cy="1338263"/>
        </p:xfrm>
        <a:graphic>
          <a:graphicData uri="http://schemas.openxmlformats.org/presentationml/2006/ole">
            <mc:AlternateContent>
              <mc:Choice Requires="v">
                <p:oleObj r:id="rId28" imgH="1338263" imgW="812800" progId="" spid="_x0000_s9">
                  <p:embed/>
                </p:oleObj>
              </mc:Choice>
              <mc:Fallback>
                <p:oleObj r:id="rId29" imgH="1338263" imgW="812800" progId="">
                  <p:embed/>
                  <p:pic>
                    <p:nvPicPr>
                      <p:cNvPr id="182" name="Google Shape;182;p7"/>
                      <p:cNvPicPr preferRelativeResize="0"/>
                      <p:nvPr/>
                    </p:nvPicPr>
                    <p:blipFill rotWithShape="1">
                      <a:blip r:embed="rId30">
                        <a:alphaModFix/>
                      </a:blip>
                      <a:srcRect b="0" l="0" r="0" t="0"/>
                      <a:stretch/>
                    </p:blipFill>
                    <p:spPr>
                      <a:xfrm>
                        <a:off x="3635375" y="4508500"/>
                        <a:ext cx="812800" cy="1338263"/>
                      </a:xfrm>
                      <a:prstGeom prst="rect">
                        <a:avLst/>
                      </a:prstGeom>
                      <a:noFill/>
                      <a:ln>
                        <a:noFill/>
                      </a:ln>
                    </p:spPr>
                  </p:pic>
                </p:oleObj>
              </mc:Fallback>
            </mc:AlternateContent>
          </a:graphicData>
        </a:graphic>
      </p:graphicFrame>
      <p:pic>
        <p:nvPicPr>
          <p:cNvPr descr="j0299529[1]" id="183" name="Google Shape;183;p7"/>
          <p:cNvPicPr preferRelativeResize="0"/>
          <p:nvPr>
            <p:ph idx="1" type="body"/>
          </p:nvPr>
        </p:nvPicPr>
        <p:blipFill rotWithShape="1">
          <a:blip r:embed="rId31">
            <a:alphaModFix/>
          </a:blip>
          <a:srcRect b="0" l="0" r="0" t="0"/>
          <a:stretch/>
        </p:blipFill>
        <p:spPr>
          <a:xfrm>
            <a:off x="7308850" y="2708275"/>
            <a:ext cx="1143000" cy="1831975"/>
          </a:xfrm>
          <a:prstGeom prst="rect">
            <a:avLst/>
          </a:prstGeom>
          <a:noFill/>
          <a:ln>
            <a:noFill/>
          </a:ln>
        </p:spPr>
      </p:pic>
      <p:sp>
        <p:nvSpPr>
          <p:cNvPr id="184" name="Google Shape;184;p7"/>
          <p:cNvSpPr txBox="1"/>
          <p:nvPr>
            <p:ph idx="12" type="sldNum"/>
          </p:nvPr>
        </p:nvSpPr>
        <p:spPr>
          <a:xfrm>
            <a:off x="7092950" y="6248400"/>
            <a:ext cx="1905000" cy="4572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p:cut/>
  </p:transition>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89" name="Shape 189"/>
        <p:cNvGrpSpPr/>
        <p:nvPr/>
      </p:nvGrpSpPr>
      <p:grpSpPr>
        <a:xfrm>
          <a:off x="0" y="0"/>
          <a:ext cx="0" cy="0"/>
          <a:chOff x="0" y="0"/>
          <a:chExt cx="0" cy="0"/>
        </a:xfrm>
      </p:grpSpPr>
      <p:sp>
        <p:nvSpPr>
          <p:cNvPr id="190" name="Google Shape;190;p8"/>
          <p:cNvSpPr txBox="1"/>
          <p:nvPr>
            <p:ph type="title"/>
          </p:nvPr>
        </p:nvSpPr>
        <p:spPr>
          <a:xfrm>
            <a:off x="611188" y="198438"/>
            <a:ext cx="7588250" cy="685800"/>
          </a:xfrm>
          <a:prstGeom prst="rect">
            <a:avLst/>
          </a:prstGeom>
          <a:noFill/>
          <a:ln>
            <a:noFill/>
          </a:ln>
        </p:spPr>
        <p:txBody>
          <a:bodyPr anchorCtr="0" anchor="ctr" bIns="44450" lIns="90475" spcFirstLastPara="1" rIns="90475" wrap="square" tIns="44450">
            <a:noAutofit/>
          </a:bodyPr>
          <a:lstStyle/>
          <a:p>
            <a:pPr indent="0" lvl="0" marL="0" rtl="0" algn="l">
              <a:spcBef>
                <a:spcPts val="0"/>
              </a:spcBef>
              <a:spcAft>
                <a:spcPts val="0"/>
              </a:spcAft>
              <a:buNone/>
            </a:pPr>
            <a:r>
              <a:rPr lang="en-US"/>
              <a:t>Objects have state...</a:t>
            </a:r>
            <a:endParaRPr/>
          </a:p>
        </p:txBody>
      </p:sp>
      <p:pic>
        <p:nvPicPr>
          <p:cNvPr descr="BS00913_[1]" id="191" name="Google Shape;191;p8"/>
          <p:cNvPicPr preferRelativeResize="0"/>
          <p:nvPr>
            <p:ph idx="1" type="body"/>
          </p:nvPr>
        </p:nvPicPr>
        <p:blipFill rotWithShape="1">
          <a:blip r:embed="rId4">
            <a:alphaModFix/>
          </a:blip>
          <a:srcRect b="0" l="0" r="0" t="0"/>
          <a:stretch/>
        </p:blipFill>
        <p:spPr>
          <a:xfrm>
            <a:off x="1619250" y="3933825"/>
            <a:ext cx="1235075" cy="1571625"/>
          </a:xfrm>
          <a:prstGeom prst="rect">
            <a:avLst/>
          </a:prstGeom>
          <a:noFill/>
          <a:ln>
            <a:noFill/>
          </a:ln>
        </p:spPr>
      </p:pic>
      <p:graphicFrame>
        <p:nvGraphicFramePr>
          <p:cNvPr id="192" name="Google Shape;192;p8"/>
          <p:cNvGraphicFramePr/>
          <p:nvPr/>
        </p:nvGraphicFramePr>
        <p:xfrm>
          <a:off x="1547813" y="1484313"/>
          <a:ext cx="901700" cy="1738312"/>
        </p:xfrm>
        <a:graphic>
          <a:graphicData uri="http://schemas.openxmlformats.org/presentationml/2006/ole">
            <mc:AlternateContent>
              <mc:Choice Requires="v">
                <p:oleObj r:id="rId5" imgH="1738312" imgW="901700" progId="" spid="_x0000_s1">
                  <p:embed/>
                </p:oleObj>
              </mc:Choice>
              <mc:Fallback>
                <p:oleObj r:id="rId6" imgH="1738312" imgW="901700" progId="">
                  <p:embed/>
                  <p:pic>
                    <p:nvPicPr>
                      <p:cNvPr id="192" name="Google Shape;192;p8"/>
                      <p:cNvPicPr preferRelativeResize="0"/>
                      <p:nvPr/>
                    </p:nvPicPr>
                    <p:blipFill rotWithShape="1">
                      <a:blip r:embed="rId7">
                        <a:alphaModFix/>
                      </a:blip>
                      <a:srcRect b="0" l="0" r="0" t="0"/>
                      <a:stretch/>
                    </p:blipFill>
                    <p:spPr>
                      <a:xfrm>
                        <a:off x="1547813" y="1484313"/>
                        <a:ext cx="901700" cy="1738312"/>
                      </a:xfrm>
                      <a:prstGeom prst="rect">
                        <a:avLst/>
                      </a:prstGeom>
                      <a:noFill/>
                      <a:ln>
                        <a:noFill/>
                      </a:ln>
                    </p:spPr>
                  </p:pic>
                </p:oleObj>
              </mc:Fallback>
            </mc:AlternateContent>
          </a:graphicData>
        </a:graphic>
      </p:graphicFrame>
      <p:sp>
        <p:nvSpPr>
          <p:cNvPr id="193" name="Google Shape;193;p8"/>
          <p:cNvSpPr/>
          <p:nvPr/>
        </p:nvSpPr>
        <p:spPr>
          <a:xfrm>
            <a:off x="1720850" y="3333750"/>
            <a:ext cx="590550" cy="393700"/>
          </a:xfrm>
          <a:prstGeom prst="rect">
            <a:avLst/>
          </a:prstGeom>
          <a:noFill/>
          <a:ln>
            <a:noFill/>
          </a:ln>
        </p:spPr>
        <p:txBody>
          <a:bodyPr anchorCtr="0" anchor="t" bIns="44450" lIns="90475" spcFirstLastPara="1" rIns="90475" wrap="square" tIns="44450">
            <a:spAutoFit/>
          </a:bodyPr>
          <a:lstStyle/>
          <a:p>
            <a:pPr indent="0" lvl="0" marL="0" marR="0" rtl="0" algn="l">
              <a:spcBef>
                <a:spcPts val="0"/>
              </a:spcBef>
              <a:spcAft>
                <a:spcPts val="0"/>
              </a:spcAft>
              <a:buNone/>
            </a:pPr>
            <a:r>
              <a:rPr b="0" i="0" lang="en-US" sz="2000" u="none" cap="none" strike="noStrike">
                <a:solidFill>
                  <a:schemeClr val="lt1"/>
                </a:solidFill>
                <a:latin typeface="Times New Roman"/>
                <a:ea typeface="Times New Roman"/>
                <a:cs typeface="Times New Roman"/>
                <a:sym typeface="Times New Roman"/>
              </a:rPr>
              <a:t>Red</a:t>
            </a:r>
            <a:endParaRPr/>
          </a:p>
        </p:txBody>
      </p:sp>
      <p:graphicFrame>
        <p:nvGraphicFramePr>
          <p:cNvPr id="194" name="Google Shape;194;p8"/>
          <p:cNvGraphicFramePr/>
          <p:nvPr/>
        </p:nvGraphicFramePr>
        <p:xfrm>
          <a:off x="3338513" y="1873250"/>
          <a:ext cx="1878012" cy="661988"/>
        </p:xfrm>
        <a:graphic>
          <a:graphicData uri="http://schemas.openxmlformats.org/presentationml/2006/ole">
            <mc:AlternateContent>
              <mc:Choice Requires="v">
                <p:oleObj r:id="rId8" imgH="661988" imgW="1878012" progId="" spid="_x0000_s2">
                  <p:embed/>
                </p:oleObj>
              </mc:Choice>
              <mc:Fallback>
                <p:oleObj r:id="rId9" imgH="661988" imgW="1878012" progId="">
                  <p:embed/>
                  <p:pic>
                    <p:nvPicPr>
                      <p:cNvPr id="194" name="Google Shape;194;p8"/>
                      <p:cNvPicPr preferRelativeResize="0"/>
                      <p:nvPr/>
                    </p:nvPicPr>
                    <p:blipFill rotWithShape="1">
                      <a:blip r:embed="rId10">
                        <a:alphaModFix/>
                      </a:blip>
                      <a:srcRect b="0" l="0" r="0" t="0"/>
                      <a:stretch/>
                    </p:blipFill>
                    <p:spPr>
                      <a:xfrm>
                        <a:off x="3338513" y="1873250"/>
                        <a:ext cx="1878012" cy="661988"/>
                      </a:xfrm>
                      <a:prstGeom prst="rect">
                        <a:avLst/>
                      </a:prstGeom>
                      <a:noFill/>
                      <a:ln>
                        <a:noFill/>
                      </a:ln>
                    </p:spPr>
                  </p:pic>
                </p:oleObj>
              </mc:Fallback>
            </mc:AlternateContent>
          </a:graphicData>
        </a:graphic>
      </p:graphicFrame>
      <p:sp>
        <p:nvSpPr>
          <p:cNvPr id="195" name="Google Shape;195;p8"/>
          <p:cNvSpPr/>
          <p:nvPr/>
        </p:nvSpPr>
        <p:spPr>
          <a:xfrm>
            <a:off x="4276725" y="2393950"/>
            <a:ext cx="1235100" cy="393600"/>
          </a:xfrm>
          <a:prstGeom prst="rect">
            <a:avLst/>
          </a:prstGeom>
          <a:noFill/>
          <a:ln>
            <a:noFill/>
          </a:ln>
        </p:spPr>
        <p:txBody>
          <a:bodyPr anchorCtr="0" anchor="t" bIns="44450" lIns="90475" spcFirstLastPara="1" rIns="90475" wrap="square" tIns="44450">
            <a:spAutoFit/>
          </a:bodyPr>
          <a:lstStyle/>
          <a:p>
            <a:pPr indent="0" lvl="0" marL="0" marR="0" rtl="0" algn="l">
              <a:spcBef>
                <a:spcPts val="0"/>
              </a:spcBef>
              <a:spcAft>
                <a:spcPts val="0"/>
              </a:spcAft>
              <a:buNone/>
            </a:pPr>
            <a:r>
              <a:rPr b="0" i="0" lang="en-US" sz="2000" u="none" cap="none" strike="noStrike">
                <a:solidFill>
                  <a:schemeClr val="lt1"/>
                </a:solidFill>
                <a:latin typeface="Times New Roman"/>
                <a:ea typeface="Times New Roman"/>
                <a:cs typeface="Times New Roman"/>
                <a:sym typeface="Times New Roman"/>
              </a:rPr>
              <a:t>Lying</a:t>
            </a:r>
            <a:endParaRPr/>
          </a:p>
        </p:txBody>
      </p:sp>
      <p:sp>
        <p:nvSpPr>
          <p:cNvPr id="196" name="Google Shape;196;p8"/>
          <p:cNvSpPr/>
          <p:nvPr/>
        </p:nvSpPr>
        <p:spPr>
          <a:xfrm>
            <a:off x="4500563" y="5445125"/>
            <a:ext cx="858837" cy="393700"/>
          </a:xfrm>
          <a:prstGeom prst="rect">
            <a:avLst/>
          </a:prstGeom>
          <a:noFill/>
          <a:ln>
            <a:noFill/>
          </a:ln>
        </p:spPr>
        <p:txBody>
          <a:bodyPr anchorCtr="0" anchor="t" bIns="44450" lIns="90475" spcFirstLastPara="1" rIns="90475" wrap="square" tIns="44450">
            <a:spAutoFit/>
          </a:bodyPr>
          <a:lstStyle/>
          <a:p>
            <a:pPr indent="0" lvl="0" marL="0" marR="0" rtl="0" algn="l">
              <a:spcBef>
                <a:spcPts val="0"/>
              </a:spcBef>
              <a:spcAft>
                <a:spcPts val="0"/>
              </a:spcAft>
              <a:buNone/>
            </a:pPr>
            <a:r>
              <a:rPr b="0" i="0" lang="en-US" sz="2000" u="none" cap="none" strike="noStrike">
                <a:solidFill>
                  <a:schemeClr val="lt1"/>
                </a:solidFill>
                <a:latin typeface="Times New Roman"/>
                <a:ea typeface="Times New Roman"/>
                <a:cs typeface="Times New Roman"/>
                <a:sym typeface="Times New Roman"/>
              </a:rPr>
              <a:t>Happy</a:t>
            </a:r>
            <a:endParaRPr/>
          </a:p>
        </p:txBody>
      </p:sp>
      <p:graphicFrame>
        <p:nvGraphicFramePr>
          <p:cNvPr id="197" name="Google Shape;197;p8"/>
          <p:cNvGraphicFramePr/>
          <p:nvPr/>
        </p:nvGraphicFramePr>
        <p:xfrm>
          <a:off x="5580063" y="1412875"/>
          <a:ext cx="1038225" cy="2751138"/>
        </p:xfrm>
        <a:graphic>
          <a:graphicData uri="http://schemas.openxmlformats.org/presentationml/2006/ole">
            <mc:AlternateContent>
              <mc:Choice Requires="v">
                <p:oleObj r:id="rId11" imgH="2751138" imgW="1038225" progId="" spid="_x0000_s3">
                  <p:embed/>
                </p:oleObj>
              </mc:Choice>
              <mc:Fallback>
                <p:oleObj r:id="rId12" imgH="2751138" imgW="1038225" progId="">
                  <p:embed/>
                  <p:pic>
                    <p:nvPicPr>
                      <p:cNvPr id="197" name="Google Shape;197;p8"/>
                      <p:cNvPicPr preferRelativeResize="0"/>
                      <p:nvPr/>
                    </p:nvPicPr>
                    <p:blipFill rotWithShape="1">
                      <a:blip r:embed="rId13">
                        <a:alphaModFix/>
                      </a:blip>
                      <a:srcRect b="0" l="0" r="0" t="0"/>
                      <a:stretch/>
                    </p:blipFill>
                    <p:spPr>
                      <a:xfrm>
                        <a:off x="5580063" y="1412875"/>
                        <a:ext cx="1038225" cy="2751138"/>
                      </a:xfrm>
                      <a:prstGeom prst="rect">
                        <a:avLst/>
                      </a:prstGeom>
                      <a:noFill/>
                      <a:ln>
                        <a:noFill/>
                      </a:ln>
                    </p:spPr>
                  </p:pic>
                </p:oleObj>
              </mc:Fallback>
            </mc:AlternateContent>
          </a:graphicData>
        </a:graphic>
      </p:graphicFrame>
      <p:sp>
        <p:nvSpPr>
          <p:cNvPr id="198" name="Google Shape;198;p8"/>
          <p:cNvSpPr/>
          <p:nvPr/>
        </p:nvSpPr>
        <p:spPr>
          <a:xfrm>
            <a:off x="5684855" y="4070350"/>
            <a:ext cx="1235100" cy="393600"/>
          </a:xfrm>
          <a:prstGeom prst="rect">
            <a:avLst/>
          </a:prstGeom>
          <a:noFill/>
          <a:ln>
            <a:noFill/>
          </a:ln>
        </p:spPr>
        <p:txBody>
          <a:bodyPr anchorCtr="0" anchor="t" bIns="44450" lIns="90475" spcFirstLastPara="1" rIns="90475" wrap="square" tIns="44450">
            <a:spAutoFit/>
          </a:bodyPr>
          <a:lstStyle/>
          <a:p>
            <a:pPr indent="0" lvl="0" marL="0" marR="0" rtl="0" algn="l">
              <a:spcBef>
                <a:spcPts val="0"/>
              </a:spcBef>
              <a:spcAft>
                <a:spcPts val="0"/>
              </a:spcAft>
              <a:buNone/>
            </a:pPr>
            <a:r>
              <a:rPr b="0" i="0" lang="en-US" sz="2000" u="none" cap="none" strike="noStrike">
                <a:solidFill>
                  <a:schemeClr val="lt1"/>
                </a:solidFill>
                <a:latin typeface="Times New Roman"/>
                <a:ea typeface="Times New Roman"/>
                <a:cs typeface="Times New Roman"/>
                <a:sym typeface="Times New Roman"/>
              </a:rPr>
              <a:t>Hooked</a:t>
            </a:r>
            <a:endParaRPr/>
          </a:p>
        </p:txBody>
      </p:sp>
      <p:graphicFrame>
        <p:nvGraphicFramePr>
          <p:cNvPr id="199" name="Google Shape;199;p8"/>
          <p:cNvGraphicFramePr/>
          <p:nvPr/>
        </p:nvGraphicFramePr>
        <p:xfrm>
          <a:off x="6630988" y="3810000"/>
          <a:ext cx="2144712" cy="1928813"/>
        </p:xfrm>
        <a:graphic>
          <a:graphicData uri="http://schemas.openxmlformats.org/presentationml/2006/ole">
            <mc:AlternateContent>
              <mc:Choice Requires="v">
                <p:oleObj r:id="rId14" imgH="1928813" imgW="2144712" progId="" spid="_x0000_s4">
                  <p:embed/>
                </p:oleObj>
              </mc:Choice>
              <mc:Fallback>
                <p:oleObj r:id="rId15" imgH="1928813" imgW="2144712" progId="">
                  <p:embed/>
                  <p:pic>
                    <p:nvPicPr>
                      <p:cNvPr id="199" name="Google Shape;199;p8"/>
                      <p:cNvPicPr preferRelativeResize="0"/>
                      <p:nvPr/>
                    </p:nvPicPr>
                    <p:blipFill rotWithShape="1">
                      <a:blip r:embed="rId16">
                        <a:alphaModFix/>
                      </a:blip>
                      <a:srcRect b="0" l="0" r="0" t="0"/>
                      <a:stretch/>
                    </p:blipFill>
                    <p:spPr>
                      <a:xfrm>
                        <a:off x="6630988" y="3810000"/>
                        <a:ext cx="2144712" cy="1928813"/>
                      </a:xfrm>
                      <a:prstGeom prst="rect">
                        <a:avLst/>
                      </a:prstGeom>
                      <a:noFill/>
                      <a:ln>
                        <a:noFill/>
                      </a:ln>
                    </p:spPr>
                  </p:pic>
                </p:oleObj>
              </mc:Fallback>
            </mc:AlternateContent>
          </a:graphicData>
        </a:graphic>
      </p:graphicFrame>
      <p:sp>
        <p:nvSpPr>
          <p:cNvPr id="200" name="Google Shape;200;p8"/>
          <p:cNvSpPr/>
          <p:nvPr/>
        </p:nvSpPr>
        <p:spPr>
          <a:xfrm>
            <a:off x="7231094" y="5746750"/>
            <a:ext cx="928800" cy="393600"/>
          </a:xfrm>
          <a:prstGeom prst="rect">
            <a:avLst/>
          </a:prstGeom>
          <a:noFill/>
          <a:ln>
            <a:noFill/>
          </a:ln>
        </p:spPr>
        <p:txBody>
          <a:bodyPr anchorCtr="0" anchor="t" bIns="44450" lIns="90475" spcFirstLastPara="1" rIns="90475" wrap="square" tIns="44450">
            <a:spAutoFit/>
          </a:bodyPr>
          <a:lstStyle/>
          <a:p>
            <a:pPr indent="0" lvl="0" marL="0" marR="0" rtl="0" algn="l">
              <a:spcBef>
                <a:spcPts val="0"/>
              </a:spcBef>
              <a:spcAft>
                <a:spcPts val="0"/>
              </a:spcAft>
              <a:buNone/>
            </a:pPr>
            <a:r>
              <a:rPr b="0" i="0" lang="en-US" sz="2000" u="none" cap="none" strike="noStrike">
                <a:solidFill>
                  <a:schemeClr val="lt1"/>
                </a:solidFill>
                <a:latin typeface="Times New Roman"/>
                <a:ea typeface="Times New Roman"/>
                <a:cs typeface="Times New Roman"/>
                <a:sym typeface="Times New Roman"/>
              </a:rPr>
              <a:t>ill</a:t>
            </a:r>
            <a:endParaRPr/>
          </a:p>
        </p:txBody>
      </p:sp>
      <p:sp>
        <p:nvSpPr>
          <p:cNvPr id="201" name="Google Shape;201;p8"/>
          <p:cNvSpPr/>
          <p:nvPr/>
        </p:nvSpPr>
        <p:spPr>
          <a:xfrm>
            <a:off x="1692275" y="5516563"/>
            <a:ext cx="928688" cy="393700"/>
          </a:xfrm>
          <a:prstGeom prst="rect">
            <a:avLst/>
          </a:prstGeom>
          <a:noFill/>
          <a:ln>
            <a:noFill/>
          </a:ln>
        </p:spPr>
        <p:txBody>
          <a:bodyPr anchorCtr="0" anchor="t" bIns="44450" lIns="90475" spcFirstLastPara="1" rIns="90475" wrap="square" tIns="44450">
            <a:spAutoFit/>
          </a:bodyPr>
          <a:lstStyle/>
          <a:p>
            <a:pPr indent="0" lvl="0" marL="0" marR="0" rtl="0" algn="l">
              <a:spcBef>
                <a:spcPts val="0"/>
              </a:spcBef>
              <a:spcAft>
                <a:spcPts val="0"/>
              </a:spcAft>
              <a:buNone/>
            </a:pPr>
            <a:r>
              <a:rPr b="0" i="0" lang="en-US" sz="2000" u="none" cap="none" strike="noStrike">
                <a:solidFill>
                  <a:schemeClr val="lt1"/>
                </a:solidFill>
                <a:latin typeface="Times New Roman"/>
                <a:ea typeface="Times New Roman"/>
                <a:cs typeface="Times New Roman"/>
                <a:sym typeface="Times New Roman"/>
              </a:rPr>
              <a:t>Broken</a:t>
            </a:r>
            <a:endParaRPr/>
          </a:p>
        </p:txBody>
      </p:sp>
      <p:pic>
        <p:nvPicPr>
          <p:cNvPr descr="j0230734[1]" id="202" name="Google Shape;202;p8"/>
          <p:cNvPicPr preferRelativeResize="0"/>
          <p:nvPr>
            <p:ph idx="3" type="body"/>
          </p:nvPr>
        </p:nvPicPr>
        <p:blipFill rotWithShape="1">
          <a:blip r:embed="rId17">
            <a:alphaModFix/>
          </a:blip>
          <a:srcRect b="0" l="0" r="0" t="0"/>
          <a:stretch/>
        </p:blipFill>
        <p:spPr>
          <a:xfrm>
            <a:off x="4140200" y="4076700"/>
            <a:ext cx="1584325" cy="1382713"/>
          </a:xfrm>
          <a:prstGeom prst="rect">
            <a:avLst/>
          </a:prstGeom>
          <a:noFill/>
          <a:ln>
            <a:noFill/>
          </a:ln>
        </p:spPr>
      </p:pic>
      <p:sp>
        <p:nvSpPr>
          <p:cNvPr id="203" name="Google Shape;203;p8"/>
          <p:cNvSpPr txBox="1"/>
          <p:nvPr>
            <p:ph idx="12" type="sldNum"/>
          </p:nvPr>
        </p:nvSpPr>
        <p:spPr>
          <a:xfrm>
            <a:off x="7092950" y="6248400"/>
            <a:ext cx="1905000" cy="4572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p:cut/>
  </p:transition>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08" name="Shape 208"/>
        <p:cNvGrpSpPr/>
        <p:nvPr/>
      </p:nvGrpSpPr>
      <p:grpSpPr>
        <a:xfrm>
          <a:off x="0" y="0"/>
          <a:ext cx="0" cy="0"/>
          <a:chOff x="0" y="0"/>
          <a:chExt cx="0" cy="0"/>
        </a:xfrm>
      </p:grpSpPr>
      <p:sp>
        <p:nvSpPr>
          <p:cNvPr id="209" name="Google Shape;209;p9"/>
          <p:cNvSpPr txBox="1"/>
          <p:nvPr>
            <p:ph type="title"/>
          </p:nvPr>
        </p:nvSpPr>
        <p:spPr>
          <a:xfrm>
            <a:off x="611188" y="198438"/>
            <a:ext cx="7588250" cy="685800"/>
          </a:xfrm>
          <a:prstGeom prst="rect">
            <a:avLst/>
          </a:prstGeom>
          <a:noFill/>
          <a:ln>
            <a:noFill/>
          </a:ln>
        </p:spPr>
        <p:txBody>
          <a:bodyPr anchorCtr="0" anchor="ctr" bIns="44450" lIns="90475" spcFirstLastPara="1" rIns="90475" wrap="square" tIns="44450">
            <a:noAutofit/>
          </a:bodyPr>
          <a:lstStyle/>
          <a:p>
            <a:pPr indent="0" lvl="0" marL="0" rtl="0" algn="l">
              <a:spcBef>
                <a:spcPts val="0"/>
              </a:spcBef>
              <a:spcAft>
                <a:spcPts val="0"/>
              </a:spcAft>
              <a:buNone/>
            </a:pPr>
            <a:r>
              <a:rPr lang="en-US"/>
              <a:t>Objects have behavior….</a:t>
            </a:r>
            <a:endParaRPr/>
          </a:p>
        </p:txBody>
      </p:sp>
      <p:graphicFrame>
        <p:nvGraphicFramePr>
          <p:cNvPr id="210" name="Google Shape;210;p9"/>
          <p:cNvGraphicFramePr/>
          <p:nvPr/>
        </p:nvGraphicFramePr>
        <p:xfrm>
          <a:off x="728663" y="2662238"/>
          <a:ext cx="2308225" cy="1919287"/>
        </p:xfrm>
        <a:graphic>
          <a:graphicData uri="http://schemas.openxmlformats.org/presentationml/2006/ole">
            <mc:AlternateContent>
              <mc:Choice Requires="v">
                <p:oleObj r:id="rId4" imgH="1919287" imgW="2308225" progId="" spid="_x0000_s1">
                  <p:embed/>
                </p:oleObj>
              </mc:Choice>
              <mc:Fallback>
                <p:oleObj r:id="rId5" imgH="1919287" imgW="2308225" progId="">
                  <p:embed/>
                  <p:pic>
                    <p:nvPicPr>
                      <p:cNvPr id="210" name="Google Shape;210;p9"/>
                      <p:cNvPicPr preferRelativeResize="0"/>
                      <p:nvPr/>
                    </p:nvPicPr>
                    <p:blipFill rotWithShape="1">
                      <a:blip r:embed="rId6">
                        <a:alphaModFix/>
                      </a:blip>
                      <a:srcRect b="0" l="0" r="0" t="0"/>
                      <a:stretch/>
                    </p:blipFill>
                    <p:spPr>
                      <a:xfrm>
                        <a:off x="728663" y="2662238"/>
                        <a:ext cx="2308225" cy="1919287"/>
                      </a:xfrm>
                      <a:prstGeom prst="rect">
                        <a:avLst/>
                      </a:prstGeom>
                      <a:noFill/>
                      <a:ln>
                        <a:noFill/>
                      </a:ln>
                    </p:spPr>
                  </p:pic>
                </p:oleObj>
              </mc:Fallback>
            </mc:AlternateContent>
          </a:graphicData>
        </a:graphic>
      </p:graphicFrame>
      <p:grpSp>
        <p:nvGrpSpPr>
          <p:cNvPr id="211" name="Google Shape;211;p9"/>
          <p:cNvGrpSpPr/>
          <p:nvPr/>
        </p:nvGrpSpPr>
        <p:grpSpPr>
          <a:xfrm>
            <a:off x="1138237" y="1387477"/>
            <a:ext cx="1515555" cy="1158451"/>
            <a:chOff x="777" y="1060"/>
            <a:chExt cx="940" cy="573"/>
          </a:xfrm>
        </p:grpSpPr>
        <p:sp>
          <p:nvSpPr>
            <p:cNvPr id="212" name="Google Shape;212;p9"/>
            <p:cNvSpPr/>
            <p:nvPr/>
          </p:nvSpPr>
          <p:spPr>
            <a:xfrm>
              <a:off x="777" y="1060"/>
              <a:ext cx="803" cy="573"/>
            </a:xfrm>
            <a:prstGeom prst="wedgeRoundRectCallout">
              <a:avLst>
                <a:gd fmla="val -41681" name="adj1"/>
                <a:gd fmla="val 66667" name="adj2"/>
                <a:gd fmla="val 16667" name="adj3"/>
              </a:avLst>
            </a:prstGeom>
            <a:noFill/>
            <a:ln cap="flat" cmpd="sng" w="127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Times New Roman"/>
                <a:ea typeface="Times New Roman"/>
                <a:cs typeface="Times New Roman"/>
                <a:sym typeface="Times New Roman"/>
              </a:endParaRPr>
            </a:p>
          </p:txBody>
        </p:sp>
        <p:sp>
          <p:nvSpPr>
            <p:cNvPr id="213" name="Google Shape;213;p9"/>
            <p:cNvSpPr/>
            <p:nvPr/>
          </p:nvSpPr>
          <p:spPr>
            <a:xfrm>
              <a:off x="816" y="1160"/>
              <a:ext cx="901" cy="318"/>
            </a:xfrm>
            <a:prstGeom prst="rect">
              <a:avLst/>
            </a:prstGeom>
            <a:noFill/>
            <a:ln>
              <a:noFill/>
            </a:ln>
          </p:spPr>
          <p:txBody>
            <a:bodyPr anchorCtr="0" anchor="t" bIns="44450" lIns="90475" spcFirstLastPara="1" rIns="90475" wrap="square" tIns="44450">
              <a:spAutoFit/>
            </a:bodyPr>
            <a:lstStyle/>
            <a:p>
              <a:pPr indent="0" lvl="0" marL="0" marR="0" rtl="0" algn="l">
                <a:spcBef>
                  <a:spcPts val="0"/>
                </a:spcBef>
                <a:spcAft>
                  <a:spcPts val="0"/>
                </a:spcAft>
                <a:buNone/>
              </a:pPr>
              <a:r>
                <a:rPr lang="en-US" sz="1800">
                  <a:solidFill>
                    <a:schemeClr val="lt1"/>
                  </a:solidFill>
                  <a:latin typeface="Times New Roman"/>
                  <a:ea typeface="Times New Roman"/>
                  <a:cs typeface="Times New Roman"/>
                  <a:sym typeface="Times New Roman"/>
                </a:rPr>
                <a:t>Hello,I am </a:t>
              </a:r>
              <a:r>
                <a:rPr lang="en-US" sz="1800">
                  <a:solidFill>
                    <a:schemeClr val="lt1"/>
                  </a:solidFill>
                  <a:latin typeface="Times New Roman"/>
                  <a:ea typeface="Times New Roman"/>
                  <a:cs typeface="Times New Roman"/>
                  <a:sym typeface="Times New Roman"/>
                </a:rPr>
                <a:t>Tomal</a:t>
              </a:r>
              <a:endParaRPr sz="1800">
                <a:solidFill>
                  <a:schemeClr val="lt1"/>
                </a:solidFill>
                <a:latin typeface="Times New Roman"/>
                <a:ea typeface="Times New Roman"/>
                <a:cs typeface="Times New Roman"/>
                <a:sym typeface="Times New Roman"/>
              </a:endParaRPr>
            </a:p>
          </p:txBody>
        </p:sp>
      </p:grpSp>
      <p:grpSp>
        <p:nvGrpSpPr>
          <p:cNvPr id="214" name="Google Shape;214;p9"/>
          <p:cNvGrpSpPr/>
          <p:nvPr/>
        </p:nvGrpSpPr>
        <p:grpSpPr>
          <a:xfrm>
            <a:off x="2686050" y="1835150"/>
            <a:ext cx="1036638" cy="933450"/>
            <a:chOff x="1833" y="1156"/>
            <a:chExt cx="707" cy="588"/>
          </a:xfrm>
        </p:grpSpPr>
        <p:sp>
          <p:nvSpPr>
            <p:cNvPr id="215" name="Google Shape;215;p9"/>
            <p:cNvSpPr/>
            <p:nvPr/>
          </p:nvSpPr>
          <p:spPr>
            <a:xfrm>
              <a:off x="1833" y="1156"/>
              <a:ext cx="707" cy="548"/>
            </a:xfrm>
            <a:prstGeom prst="wedgeRoundRectCallout">
              <a:avLst>
                <a:gd fmla="val -41681" name="adj1"/>
                <a:gd fmla="val 66667" name="adj2"/>
                <a:gd fmla="val 16667" name="adj3"/>
              </a:avLst>
            </a:prstGeom>
            <a:noFill/>
            <a:ln cap="flat" cmpd="sng" w="127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Times New Roman"/>
                <a:ea typeface="Times New Roman"/>
                <a:cs typeface="Times New Roman"/>
                <a:sym typeface="Times New Roman"/>
              </a:endParaRPr>
            </a:p>
          </p:txBody>
        </p:sp>
        <p:sp>
          <p:nvSpPr>
            <p:cNvPr id="216" name="Google Shape;216;p9"/>
            <p:cNvSpPr/>
            <p:nvPr/>
          </p:nvSpPr>
          <p:spPr>
            <a:xfrm>
              <a:off x="1872" y="1226"/>
              <a:ext cx="646" cy="518"/>
            </a:xfrm>
            <a:prstGeom prst="rect">
              <a:avLst/>
            </a:prstGeom>
            <a:noFill/>
            <a:ln>
              <a:noFill/>
            </a:ln>
          </p:spPr>
          <p:txBody>
            <a:bodyPr anchorCtr="0" anchor="t" bIns="44450" lIns="90475" spcFirstLastPara="1" rIns="90475" wrap="square" tIns="44450">
              <a:spAutoFit/>
            </a:bodyPr>
            <a:lstStyle/>
            <a:p>
              <a:pPr indent="0" lvl="0" marL="0" marR="0" rtl="0" algn="l">
                <a:spcBef>
                  <a:spcPts val="0"/>
                </a:spcBef>
                <a:spcAft>
                  <a:spcPts val="0"/>
                </a:spcAft>
                <a:buNone/>
              </a:pPr>
              <a:r>
                <a:rPr lang="en-US" sz="1600">
                  <a:solidFill>
                    <a:schemeClr val="lt1"/>
                  </a:solidFill>
                  <a:latin typeface="Times New Roman"/>
                  <a:ea typeface="Times New Roman"/>
                  <a:cs typeface="Times New Roman"/>
                  <a:sym typeface="Times New Roman"/>
                </a:rPr>
                <a:t>Nice to </a:t>
              </a:r>
              <a:endParaRPr/>
            </a:p>
            <a:p>
              <a:pPr indent="0" lvl="0" marL="0" marR="0" rtl="0" algn="l">
                <a:spcBef>
                  <a:spcPts val="0"/>
                </a:spcBef>
                <a:spcAft>
                  <a:spcPts val="0"/>
                </a:spcAft>
                <a:buNone/>
              </a:pPr>
              <a:r>
                <a:rPr lang="en-US" sz="1600">
                  <a:solidFill>
                    <a:schemeClr val="lt1"/>
                  </a:solidFill>
                  <a:latin typeface="Times New Roman"/>
                  <a:ea typeface="Times New Roman"/>
                  <a:cs typeface="Times New Roman"/>
                  <a:sym typeface="Times New Roman"/>
                </a:rPr>
                <a:t>meet you</a:t>
              </a:r>
              <a:endParaRPr/>
            </a:p>
            <a:p>
              <a:pPr indent="0" lvl="0" marL="0" marR="0" rtl="0" algn="l">
                <a:spcBef>
                  <a:spcPts val="0"/>
                </a:spcBef>
                <a:spcAft>
                  <a:spcPts val="0"/>
                </a:spcAft>
                <a:buNone/>
              </a:pPr>
              <a:r>
                <a:t/>
              </a:r>
              <a:endParaRPr sz="1600">
                <a:solidFill>
                  <a:schemeClr val="lt1"/>
                </a:solidFill>
                <a:latin typeface="Times New Roman"/>
                <a:ea typeface="Times New Roman"/>
                <a:cs typeface="Times New Roman"/>
                <a:sym typeface="Times New Roman"/>
              </a:endParaRPr>
            </a:p>
          </p:txBody>
        </p:sp>
      </p:grpSp>
      <p:grpSp>
        <p:nvGrpSpPr>
          <p:cNvPr id="217" name="Google Shape;217;p9"/>
          <p:cNvGrpSpPr/>
          <p:nvPr/>
        </p:nvGrpSpPr>
        <p:grpSpPr>
          <a:xfrm>
            <a:off x="5867400" y="1484313"/>
            <a:ext cx="993775" cy="990600"/>
            <a:chOff x="4233" y="1012"/>
            <a:chExt cx="678" cy="624"/>
          </a:xfrm>
        </p:grpSpPr>
        <p:sp>
          <p:nvSpPr>
            <p:cNvPr id="218" name="Google Shape;218;p9"/>
            <p:cNvSpPr/>
            <p:nvPr/>
          </p:nvSpPr>
          <p:spPr>
            <a:xfrm>
              <a:off x="4233" y="1012"/>
              <a:ext cx="659" cy="433"/>
            </a:xfrm>
            <a:prstGeom prst="wedgeRoundRectCallout">
              <a:avLst>
                <a:gd fmla="val -41681" name="adj1"/>
                <a:gd fmla="val 66667" name="adj2"/>
                <a:gd fmla="val 16667" name="adj3"/>
              </a:avLst>
            </a:prstGeom>
            <a:noFill/>
            <a:ln cap="flat" cmpd="sng" w="127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Times New Roman"/>
                <a:ea typeface="Times New Roman"/>
                <a:cs typeface="Times New Roman"/>
                <a:sym typeface="Times New Roman"/>
              </a:endParaRPr>
            </a:p>
          </p:txBody>
        </p:sp>
        <p:sp>
          <p:nvSpPr>
            <p:cNvPr id="219" name="Google Shape;219;p9"/>
            <p:cNvSpPr/>
            <p:nvPr/>
          </p:nvSpPr>
          <p:spPr>
            <a:xfrm>
              <a:off x="4265" y="1061"/>
              <a:ext cx="646" cy="575"/>
            </a:xfrm>
            <a:prstGeom prst="rect">
              <a:avLst/>
            </a:prstGeom>
            <a:noFill/>
            <a:ln>
              <a:noFill/>
            </a:ln>
          </p:spPr>
          <p:txBody>
            <a:bodyPr anchorCtr="0" anchor="t" bIns="44450" lIns="90475" spcFirstLastPara="1" rIns="90475" wrap="square" tIns="44450">
              <a:spAutoFit/>
            </a:bodyPr>
            <a:lstStyle/>
            <a:p>
              <a:pPr indent="0" lvl="0" marL="0" marR="0" rtl="0" algn="l">
                <a:spcBef>
                  <a:spcPts val="0"/>
                </a:spcBef>
                <a:spcAft>
                  <a:spcPts val="0"/>
                </a:spcAft>
                <a:buNone/>
              </a:pPr>
              <a:r>
                <a:rPr lang="en-US" sz="1800">
                  <a:solidFill>
                    <a:schemeClr val="lt1"/>
                  </a:solidFill>
                  <a:latin typeface="Times New Roman"/>
                  <a:ea typeface="Times New Roman"/>
                  <a:cs typeface="Times New Roman"/>
                  <a:sym typeface="Times New Roman"/>
                </a:rPr>
                <a:t>da da …</a:t>
              </a:r>
              <a:endParaRPr/>
            </a:p>
            <a:p>
              <a:pPr indent="0" lvl="0" marL="0" marR="0" rtl="0" algn="l">
                <a:spcBef>
                  <a:spcPts val="0"/>
                </a:spcBef>
                <a:spcAft>
                  <a:spcPts val="0"/>
                </a:spcAft>
                <a:buNone/>
              </a:pPr>
              <a:r>
                <a:t/>
              </a:r>
              <a:endParaRPr sz="1800">
                <a:solidFill>
                  <a:schemeClr val="lt1"/>
                </a:solidFill>
                <a:latin typeface="Times New Roman"/>
                <a:ea typeface="Times New Roman"/>
                <a:cs typeface="Times New Roman"/>
                <a:sym typeface="Times New Roman"/>
              </a:endParaRPr>
            </a:p>
          </p:txBody>
        </p:sp>
      </p:grpSp>
      <p:graphicFrame>
        <p:nvGraphicFramePr>
          <p:cNvPr id="220" name="Google Shape;220;p9"/>
          <p:cNvGraphicFramePr/>
          <p:nvPr/>
        </p:nvGraphicFramePr>
        <p:xfrm>
          <a:off x="1692275" y="5084763"/>
          <a:ext cx="2243138" cy="1258887"/>
        </p:xfrm>
        <a:graphic>
          <a:graphicData uri="http://schemas.openxmlformats.org/presentationml/2006/ole">
            <mc:AlternateContent>
              <mc:Choice Requires="v">
                <p:oleObj r:id="rId7" imgH="1258887" imgW="2243138" progId="" spid="_x0000_s2">
                  <p:embed/>
                </p:oleObj>
              </mc:Choice>
              <mc:Fallback>
                <p:oleObj r:id="rId8" imgH="1258887" imgW="2243138" progId="">
                  <p:embed/>
                  <p:pic>
                    <p:nvPicPr>
                      <p:cNvPr id="220" name="Google Shape;220;p9"/>
                      <p:cNvPicPr preferRelativeResize="0"/>
                      <p:nvPr/>
                    </p:nvPicPr>
                    <p:blipFill rotWithShape="1">
                      <a:blip r:embed="rId9">
                        <a:alphaModFix/>
                      </a:blip>
                      <a:srcRect b="0" l="0" r="0" t="0"/>
                      <a:stretch/>
                    </p:blipFill>
                    <p:spPr>
                      <a:xfrm>
                        <a:off x="1692275" y="5084763"/>
                        <a:ext cx="2243138" cy="1258887"/>
                      </a:xfrm>
                      <a:prstGeom prst="rect">
                        <a:avLst/>
                      </a:prstGeom>
                      <a:noFill/>
                      <a:ln>
                        <a:noFill/>
                      </a:ln>
                    </p:spPr>
                  </p:pic>
                </p:oleObj>
              </mc:Fallback>
            </mc:AlternateContent>
          </a:graphicData>
        </a:graphic>
      </p:graphicFrame>
      <p:sp>
        <p:nvSpPr>
          <p:cNvPr id="221" name="Google Shape;221;p9"/>
          <p:cNvSpPr/>
          <p:nvPr/>
        </p:nvSpPr>
        <p:spPr>
          <a:xfrm>
            <a:off x="3478213" y="4329113"/>
            <a:ext cx="1035050" cy="679450"/>
          </a:xfrm>
          <a:prstGeom prst="wedgeRoundRectCallout">
            <a:avLst>
              <a:gd fmla="val -41681" name="adj1"/>
              <a:gd fmla="val 66667" name="adj2"/>
              <a:gd fmla="val 16667" name="adj3"/>
            </a:avLst>
          </a:prstGeom>
          <a:noFill/>
          <a:ln cap="flat" cmpd="sng" w="127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00">
              <a:solidFill>
                <a:schemeClr val="lt1"/>
              </a:solidFill>
              <a:latin typeface="Times New Roman"/>
              <a:ea typeface="Times New Roman"/>
              <a:cs typeface="Times New Roman"/>
              <a:sym typeface="Times New Roman"/>
            </a:endParaRPr>
          </a:p>
        </p:txBody>
      </p:sp>
      <p:sp>
        <p:nvSpPr>
          <p:cNvPr id="222" name="Google Shape;222;p9"/>
          <p:cNvSpPr/>
          <p:nvPr/>
        </p:nvSpPr>
        <p:spPr>
          <a:xfrm>
            <a:off x="3535363" y="4440238"/>
            <a:ext cx="1138237" cy="363537"/>
          </a:xfrm>
          <a:prstGeom prst="rect">
            <a:avLst/>
          </a:prstGeom>
          <a:noFill/>
          <a:ln>
            <a:noFill/>
          </a:ln>
        </p:spPr>
        <p:txBody>
          <a:bodyPr anchorCtr="0" anchor="t" bIns="44450" lIns="90475" spcFirstLastPara="1" rIns="90475" wrap="square" tIns="44450">
            <a:spAutoFit/>
          </a:bodyPr>
          <a:lstStyle/>
          <a:p>
            <a:pPr indent="0" lvl="0" marL="0" marR="0" rtl="0" algn="l">
              <a:spcBef>
                <a:spcPts val="0"/>
              </a:spcBef>
              <a:spcAft>
                <a:spcPts val="0"/>
              </a:spcAft>
              <a:buNone/>
            </a:pPr>
            <a:r>
              <a:rPr lang="en-US" sz="1800">
                <a:solidFill>
                  <a:schemeClr val="lt1"/>
                </a:solidFill>
                <a:latin typeface="Times New Roman"/>
                <a:ea typeface="Times New Roman"/>
                <a:cs typeface="Times New Roman"/>
                <a:sym typeface="Times New Roman"/>
              </a:rPr>
              <a:t>Grrrrrrrr</a:t>
            </a:r>
            <a:endParaRPr/>
          </a:p>
        </p:txBody>
      </p:sp>
      <p:graphicFrame>
        <p:nvGraphicFramePr>
          <p:cNvPr id="223" name="Google Shape;223;p9"/>
          <p:cNvGraphicFramePr/>
          <p:nvPr/>
        </p:nvGraphicFramePr>
        <p:xfrm>
          <a:off x="4859338" y="5300663"/>
          <a:ext cx="3313112" cy="941387"/>
        </p:xfrm>
        <a:graphic>
          <a:graphicData uri="http://schemas.openxmlformats.org/presentationml/2006/ole">
            <mc:AlternateContent>
              <mc:Choice Requires="v">
                <p:oleObj r:id="rId10" imgH="941387" imgW="3313112" progId="" spid="_x0000_s3">
                  <p:embed/>
                </p:oleObj>
              </mc:Choice>
              <mc:Fallback>
                <p:oleObj r:id="rId11" imgH="941387" imgW="3313112" progId="">
                  <p:embed/>
                  <p:pic>
                    <p:nvPicPr>
                      <p:cNvPr id="223" name="Google Shape;223;p9"/>
                      <p:cNvPicPr preferRelativeResize="0"/>
                      <p:nvPr/>
                    </p:nvPicPr>
                    <p:blipFill rotWithShape="1">
                      <a:blip r:embed="rId12">
                        <a:alphaModFix/>
                      </a:blip>
                      <a:srcRect b="0" l="0" r="0" t="0"/>
                      <a:stretch/>
                    </p:blipFill>
                    <p:spPr>
                      <a:xfrm>
                        <a:off x="4859338" y="5300663"/>
                        <a:ext cx="3313112" cy="941387"/>
                      </a:xfrm>
                      <a:prstGeom prst="rect">
                        <a:avLst/>
                      </a:prstGeom>
                      <a:noFill/>
                      <a:ln>
                        <a:noFill/>
                      </a:ln>
                    </p:spPr>
                  </p:pic>
                </p:oleObj>
              </mc:Fallback>
            </mc:AlternateContent>
          </a:graphicData>
        </a:graphic>
      </p:graphicFrame>
      <p:sp>
        <p:nvSpPr>
          <p:cNvPr id="224" name="Google Shape;224;p9"/>
          <p:cNvSpPr/>
          <p:nvPr/>
        </p:nvSpPr>
        <p:spPr>
          <a:xfrm>
            <a:off x="6626225" y="4392613"/>
            <a:ext cx="1473200" cy="679450"/>
          </a:xfrm>
          <a:prstGeom prst="wedgeRoundRectCallout">
            <a:avLst>
              <a:gd fmla="val -41681" name="adj1"/>
              <a:gd fmla="val 66667" name="adj2"/>
              <a:gd fmla="val 16667" name="adj3"/>
            </a:avLst>
          </a:prstGeom>
          <a:noFill/>
          <a:ln cap="flat" cmpd="sng" w="127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Times New Roman"/>
              <a:ea typeface="Times New Roman"/>
              <a:cs typeface="Times New Roman"/>
              <a:sym typeface="Times New Roman"/>
            </a:endParaRPr>
          </a:p>
        </p:txBody>
      </p:sp>
      <p:sp>
        <p:nvSpPr>
          <p:cNvPr id="225" name="Google Shape;225;p9"/>
          <p:cNvSpPr/>
          <p:nvPr/>
        </p:nvSpPr>
        <p:spPr>
          <a:xfrm>
            <a:off x="6683375" y="4579938"/>
            <a:ext cx="1273175" cy="363537"/>
          </a:xfrm>
          <a:prstGeom prst="rect">
            <a:avLst/>
          </a:prstGeom>
          <a:noFill/>
          <a:ln>
            <a:noFill/>
          </a:ln>
        </p:spPr>
        <p:txBody>
          <a:bodyPr anchorCtr="0" anchor="t" bIns="44450" lIns="90475" spcFirstLastPara="1" rIns="90475" wrap="square" tIns="44450">
            <a:spAutoFit/>
          </a:bodyPr>
          <a:lstStyle/>
          <a:p>
            <a:pPr indent="0" lvl="0" marL="0" marR="0" rtl="0" algn="l">
              <a:spcBef>
                <a:spcPts val="0"/>
              </a:spcBef>
              <a:spcAft>
                <a:spcPts val="0"/>
              </a:spcAft>
              <a:buNone/>
            </a:pPr>
            <a:r>
              <a:rPr lang="en-US" sz="1800">
                <a:solidFill>
                  <a:schemeClr val="lt1"/>
                </a:solidFill>
                <a:latin typeface="Times New Roman"/>
                <a:ea typeface="Times New Roman"/>
                <a:cs typeface="Times New Roman"/>
                <a:sym typeface="Times New Roman"/>
              </a:rPr>
              <a:t>Vroemm</a:t>
            </a:r>
            <a:endParaRPr/>
          </a:p>
        </p:txBody>
      </p:sp>
      <p:pic>
        <p:nvPicPr>
          <p:cNvPr descr="j0301286[1]" id="226" name="Google Shape;226;p9"/>
          <p:cNvPicPr preferRelativeResize="0"/>
          <p:nvPr>
            <p:ph idx="1" type="body"/>
          </p:nvPr>
        </p:nvPicPr>
        <p:blipFill rotWithShape="1">
          <a:blip r:embed="rId13">
            <a:alphaModFix/>
          </a:blip>
          <a:srcRect b="0" l="0" r="0" t="0"/>
          <a:stretch/>
        </p:blipFill>
        <p:spPr>
          <a:xfrm flipH="1">
            <a:off x="4643438" y="1700213"/>
            <a:ext cx="1354137" cy="1858962"/>
          </a:xfrm>
          <a:prstGeom prst="rect">
            <a:avLst/>
          </a:prstGeom>
          <a:noFill/>
          <a:ln>
            <a:noFill/>
          </a:ln>
        </p:spPr>
      </p:pic>
      <p:sp>
        <p:nvSpPr>
          <p:cNvPr id="227" name="Google Shape;227;p9"/>
          <p:cNvSpPr txBox="1"/>
          <p:nvPr>
            <p:ph idx="12" type="sldNum"/>
          </p:nvPr>
        </p:nvSpPr>
        <p:spPr>
          <a:xfrm>
            <a:off x="7092950" y="6248400"/>
            <a:ext cx="1905000" cy="4572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p:cut/>
  </p:transition>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31" name="Shape 231"/>
        <p:cNvGrpSpPr/>
        <p:nvPr/>
      </p:nvGrpSpPr>
      <p:grpSpPr>
        <a:xfrm>
          <a:off x="0" y="0"/>
          <a:ext cx="0" cy="0"/>
          <a:chOff x="0" y="0"/>
          <a:chExt cx="0" cy="0"/>
        </a:xfrm>
      </p:grpSpPr>
      <p:sp>
        <p:nvSpPr>
          <p:cNvPr id="232" name="Google Shape;232;p10"/>
          <p:cNvSpPr txBox="1"/>
          <p:nvPr>
            <p:ph type="title"/>
          </p:nvPr>
        </p:nvSpPr>
        <p:spPr>
          <a:xfrm>
            <a:off x="611188" y="198438"/>
            <a:ext cx="7588250" cy="6858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World</a:t>
            </a:r>
            <a:endParaRPr/>
          </a:p>
        </p:txBody>
      </p:sp>
      <p:sp>
        <p:nvSpPr>
          <p:cNvPr id="233" name="Google Shape;233;p10"/>
          <p:cNvSpPr txBox="1"/>
          <p:nvPr>
            <p:ph idx="1" type="body"/>
          </p:nvPr>
        </p:nvSpPr>
        <p:spPr>
          <a:xfrm>
            <a:off x="609600" y="1266825"/>
            <a:ext cx="8305800" cy="4905375"/>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800"/>
              <a:buChar char="●"/>
            </a:pPr>
            <a:r>
              <a:rPr lang="en-US"/>
              <a:t>The world is </a:t>
            </a:r>
            <a:endParaRPr/>
          </a:p>
          <a:p>
            <a:pPr indent="-285750" lvl="1" marL="742950" rtl="0" algn="l">
              <a:spcBef>
                <a:spcPts val="400"/>
              </a:spcBef>
              <a:spcAft>
                <a:spcPts val="0"/>
              </a:spcAft>
              <a:buSzPts val="2000"/>
              <a:buFont typeface="Times New Roman"/>
              <a:buChar char="•"/>
            </a:pPr>
            <a:r>
              <a:rPr lang="en-US"/>
              <a:t>a set of things</a:t>
            </a:r>
            <a:endParaRPr/>
          </a:p>
          <a:p>
            <a:pPr indent="-285750" lvl="1" marL="742950" rtl="0" algn="l">
              <a:spcBef>
                <a:spcPts val="400"/>
              </a:spcBef>
              <a:spcAft>
                <a:spcPts val="0"/>
              </a:spcAft>
              <a:buSzPts val="2000"/>
              <a:buFont typeface="Times New Roman"/>
              <a:buChar char="•"/>
            </a:pPr>
            <a:r>
              <a:rPr lang="en-US"/>
              <a:t>interacting with each other.</a:t>
            </a:r>
            <a:endParaRPr/>
          </a:p>
          <a:p>
            <a:pPr indent="-285750" lvl="1" marL="742950" rtl="0" algn="l">
              <a:spcBef>
                <a:spcPts val="400"/>
              </a:spcBef>
              <a:spcAft>
                <a:spcPts val="0"/>
              </a:spcAft>
              <a:buSzPts val="2000"/>
              <a:buFont typeface="Times New Roman"/>
              <a:buNone/>
            </a:pPr>
            <a:r>
              <a:t/>
            </a:r>
            <a:endParaRPr/>
          </a:p>
          <a:p>
            <a:pPr indent="-342900" lvl="0" marL="342900" rtl="0" algn="l">
              <a:spcBef>
                <a:spcPts val="480"/>
              </a:spcBef>
              <a:spcAft>
                <a:spcPts val="0"/>
              </a:spcAft>
              <a:buSzPts val="1800"/>
              <a:buChar char="●"/>
            </a:pPr>
            <a:r>
              <a:rPr lang="en-US"/>
              <a:t>OOP is more natural to humans, but less natural to computers</a:t>
            </a:r>
            <a:endParaRPr/>
          </a:p>
          <a:p>
            <a:pPr indent="-228600" lvl="0" marL="342900" rtl="0" algn="l">
              <a:spcBef>
                <a:spcPts val="480"/>
              </a:spcBef>
              <a:spcAft>
                <a:spcPts val="0"/>
              </a:spcAft>
              <a:buSzPts val="1800"/>
              <a:buNone/>
            </a:pPr>
            <a:r>
              <a:t/>
            </a:r>
            <a:endParaRPr/>
          </a:p>
          <a:p>
            <a:pPr indent="-342900" lvl="0" marL="342900" rtl="0" algn="l">
              <a:spcBef>
                <a:spcPts val="480"/>
              </a:spcBef>
              <a:spcAft>
                <a:spcPts val="0"/>
              </a:spcAft>
              <a:buSzPts val="1800"/>
              <a:buChar char="●"/>
            </a:pPr>
            <a:r>
              <a:rPr lang="en-US"/>
              <a:t>Computers (usually) have a single thread of control, so objects take turns </a:t>
            </a:r>
            <a:endParaRPr/>
          </a:p>
        </p:txBody>
      </p:sp>
      <p:sp>
        <p:nvSpPr>
          <p:cNvPr id="234" name="Google Shape;234;p10"/>
          <p:cNvSpPr txBox="1"/>
          <p:nvPr>
            <p:ph idx="12" type="sldNum"/>
          </p:nvPr>
        </p:nvSpPr>
        <p:spPr>
          <a:xfrm>
            <a:off x="7092950" y="6248400"/>
            <a:ext cx="1905000" cy="4572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spd="med">
    <p:diamond/>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33">
                                            <p:txEl>
                                              <p:pRg end="0" st="0"/>
                                            </p:txEl>
                                          </p:spTgt>
                                        </p:tgtEl>
                                        <p:attrNameLst>
                                          <p:attrName>style.visibility</p:attrName>
                                        </p:attrNameLst>
                                      </p:cBhvr>
                                      <p:to>
                                        <p:strVal val="visible"/>
                                      </p:to>
                                    </p:set>
                                    <p:anim calcmode="lin" valueType="num">
                                      <p:cBhvr additive="base">
                                        <p:cTn dur="500"/>
                                        <p:tgtEl>
                                          <p:spTgt spid="233">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33">
                                            <p:txEl>
                                              <p:pRg end="1" st="1"/>
                                            </p:txEl>
                                          </p:spTgt>
                                        </p:tgtEl>
                                        <p:attrNameLst>
                                          <p:attrName>style.visibility</p:attrName>
                                        </p:attrNameLst>
                                      </p:cBhvr>
                                      <p:to>
                                        <p:strVal val="visible"/>
                                      </p:to>
                                    </p:set>
                                    <p:anim calcmode="lin" valueType="num">
                                      <p:cBhvr additive="base">
                                        <p:cTn dur="500"/>
                                        <p:tgtEl>
                                          <p:spTgt spid="233">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33">
                                            <p:txEl>
                                              <p:pRg end="2" st="2"/>
                                            </p:txEl>
                                          </p:spTgt>
                                        </p:tgtEl>
                                        <p:attrNameLst>
                                          <p:attrName>style.visibility</p:attrName>
                                        </p:attrNameLst>
                                      </p:cBhvr>
                                      <p:to>
                                        <p:strVal val="visible"/>
                                      </p:to>
                                    </p:set>
                                    <p:anim calcmode="lin" valueType="num">
                                      <p:cBhvr additive="base">
                                        <p:cTn dur="500"/>
                                        <p:tgtEl>
                                          <p:spTgt spid="233">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33">
                                            <p:txEl>
                                              <p:pRg end="3" st="3"/>
                                            </p:txEl>
                                          </p:spTgt>
                                        </p:tgtEl>
                                        <p:attrNameLst>
                                          <p:attrName>style.visibility</p:attrName>
                                        </p:attrNameLst>
                                      </p:cBhvr>
                                      <p:to>
                                        <p:strVal val="visible"/>
                                      </p:to>
                                    </p:set>
                                    <p:anim calcmode="lin" valueType="num">
                                      <p:cBhvr additive="base">
                                        <p:cTn dur="500"/>
                                        <p:tgtEl>
                                          <p:spTgt spid="233">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33">
                                            <p:txEl>
                                              <p:pRg end="4" st="4"/>
                                            </p:txEl>
                                          </p:spTgt>
                                        </p:tgtEl>
                                        <p:attrNameLst>
                                          <p:attrName>style.visibility</p:attrName>
                                        </p:attrNameLst>
                                      </p:cBhvr>
                                      <p:to>
                                        <p:strVal val="visible"/>
                                      </p:to>
                                    </p:set>
                                    <p:anim calcmode="lin" valueType="num">
                                      <p:cBhvr additive="base">
                                        <p:cTn dur="500"/>
                                        <p:tgtEl>
                                          <p:spTgt spid="233">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33">
                                            <p:txEl>
                                              <p:pRg end="5" st="5"/>
                                            </p:txEl>
                                          </p:spTgt>
                                        </p:tgtEl>
                                        <p:attrNameLst>
                                          <p:attrName>style.visibility</p:attrName>
                                        </p:attrNameLst>
                                      </p:cBhvr>
                                      <p:to>
                                        <p:strVal val="visible"/>
                                      </p:to>
                                    </p:set>
                                    <p:anim calcmode="lin" valueType="num">
                                      <p:cBhvr additive="base">
                                        <p:cTn dur="500"/>
                                        <p:tgtEl>
                                          <p:spTgt spid="233">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33">
                                            <p:txEl>
                                              <p:pRg end="6" st="6"/>
                                            </p:txEl>
                                          </p:spTgt>
                                        </p:tgtEl>
                                        <p:attrNameLst>
                                          <p:attrName>style.visibility</p:attrName>
                                        </p:attrNameLst>
                                      </p:cBhvr>
                                      <p:to>
                                        <p:strVal val="visible"/>
                                      </p:to>
                                    </p:set>
                                    <p:anim calcmode="lin" valueType="num">
                                      <p:cBhvr additive="base">
                                        <p:cTn dur="500"/>
                                        <p:tgtEl>
                                          <p:spTgt spid="233">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39" name="Shape 239"/>
        <p:cNvGrpSpPr/>
        <p:nvPr/>
      </p:nvGrpSpPr>
      <p:grpSpPr>
        <a:xfrm>
          <a:off x="0" y="0"/>
          <a:ext cx="0" cy="0"/>
          <a:chOff x="0" y="0"/>
          <a:chExt cx="0" cy="0"/>
        </a:xfrm>
      </p:grpSpPr>
      <p:sp>
        <p:nvSpPr>
          <p:cNvPr id="240" name="Google Shape;240;p11"/>
          <p:cNvSpPr txBox="1"/>
          <p:nvPr>
            <p:ph type="title"/>
          </p:nvPr>
        </p:nvSpPr>
        <p:spPr>
          <a:xfrm>
            <a:off x="611188" y="519113"/>
            <a:ext cx="7588250" cy="365125"/>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Describing the world</a:t>
            </a:r>
            <a:endParaRPr sz="2800"/>
          </a:p>
        </p:txBody>
      </p:sp>
      <p:sp>
        <p:nvSpPr>
          <p:cNvPr id="241" name="Google Shape;241;p11"/>
          <p:cNvSpPr txBox="1"/>
          <p:nvPr>
            <p:ph idx="1" type="body"/>
          </p:nvPr>
        </p:nvSpPr>
        <p:spPr>
          <a:xfrm>
            <a:off x="609600" y="1266825"/>
            <a:ext cx="8305800" cy="4905375"/>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800"/>
              <a:buChar char="●"/>
            </a:pPr>
            <a:r>
              <a:rPr lang="en-US"/>
              <a:t>Describe a particular person</a:t>
            </a:r>
            <a:endParaRPr/>
          </a:p>
          <a:p>
            <a:pPr indent="-285750" lvl="1" marL="742950" rtl="0" algn="l">
              <a:spcBef>
                <a:spcPts val="400"/>
              </a:spcBef>
              <a:spcAft>
                <a:spcPts val="0"/>
              </a:spcAft>
              <a:buSzPts val="2000"/>
              <a:buFont typeface="Times New Roman"/>
              <a:buChar char="•"/>
            </a:pPr>
            <a:r>
              <a:rPr lang="en-US">
                <a:solidFill>
                  <a:srgbClr val="FF0000"/>
                </a:solidFill>
              </a:rPr>
              <a:t>Mohima</a:t>
            </a:r>
            <a:r>
              <a:rPr lang="en-US"/>
              <a:t> has long blond hair, green eyes, is 1.63m tall, weighs 46Kg and studies computer engineering. Now sitting in the class room.</a:t>
            </a:r>
            <a:endParaRPr/>
          </a:p>
          <a:p>
            <a:pPr indent="-158750" lvl="1" marL="742950" rtl="0" algn="l">
              <a:spcBef>
                <a:spcPts val="400"/>
              </a:spcBef>
              <a:spcAft>
                <a:spcPts val="0"/>
              </a:spcAft>
              <a:buSzPts val="2000"/>
              <a:buFont typeface="Times New Roman"/>
              <a:buNone/>
            </a:pPr>
            <a:r>
              <a:t/>
            </a:r>
            <a:endParaRPr/>
          </a:p>
          <a:p>
            <a:pPr indent="-285750" lvl="1" marL="742950" rtl="0" algn="l">
              <a:spcBef>
                <a:spcPts val="400"/>
              </a:spcBef>
              <a:spcAft>
                <a:spcPts val="0"/>
              </a:spcAft>
              <a:buSzPts val="2000"/>
              <a:buFont typeface="Times New Roman"/>
              <a:buChar char="•"/>
            </a:pPr>
            <a:r>
              <a:rPr lang="en-US">
                <a:solidFill>
                  <a:srgbClr val="FFFF00"/>
                </a:solidFill>
              </a:rPr>
              <a:t>Kherwar</a:t>
            </a:r>
            <a:r>
              <a:rPr lang="en-US"/>
              <a:t> has short black hair and brown eyes. He is 180cm and 55 kilos. Now thinking to take a nap!</a:t>
            </a:r>
            <a:endParaRPr/>
          </a:p>
          <a:p>
            <a:pPr indent="-228600" lvl="0" marL="342900" rtl="0" algn="l">
              <a:spcBef>
                <a:spcPts val="480"/>
              </a:spcBef>
              <a:spcAft>
                <a:spcPts val="0"/>
              </a:spcAft>
              <a:buSzPts val="1800"/>
              <a:buNone/>
            </a:pPr>
            <a:r>
              <a:t/>
            </a:r>
            <a:endParaRPr/>
          </a:p>
          <a:p>
            <a:pPr indent="-342900" lvl="0" marL="342900" rtl="0" algn="l">
              <a:spcBef>
                <a:spcPts val="480"/>
              </a:spcBef>
              <a:spcAft>
                <a:spcPts val="0"/>
              </a:spcAft>
              <a:buSzPts val="1800"/>
              <a:buChar char="●"/>
            </a:pPr>
            <a:r>
              <a:rPr lang="en-US"/>
              <a:t>Notice how all have specific values of</a:t>
            </a:r>
            <a:endParaRPr/>
          </a:p>
          <a:p>
            <a:pPr indent="-285750" lvl="1" marL="742950" rtl="0" algn="l">
              <a:spcBef>
                <a:spcPts val="400"/>
              </a:spcBef>
              <a:spcAft>
                <a:spcPts val="0"/>
              </a:spcAft>
              <a:buSzPts val="2000"/>
              <a:buFont typeface="Times New Roman"/>
              <a:buChar char="•"/>
            </a:pPr>
            <a:r>
              <a:rPr lang="en-US"/>
              <a:t>name, height, weight, eye colour, state, …</a:t>
            </a:r>
            <a:endParaRPr/>
          </a:p>
        </p:txBody>
      </p:sp>
      <p:sp>
        <p:nvSpPr>
          <p:cNvPr id="242" name="Google Shape;242;p11"/>
          <p:cNvSpPr txBox="1"/>
          <p:nvPr>
            <p:ph idx="12" type="sldNum"/>
          </p:nvPr>
        </p:nvSpPr>
        <p:spPr>
          <a:xfrm>
            <a:off x="7092950" y="6248400"/>
            <a:ext cx="1905000" cy="4572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1">
                                            <p:txEl>
                                              <p:pRg end="0" st="0"/>
                                            </p:txEl>
                                          </p:spTgt>
                                        </p:tgtEl>
                                        <p:attrNameLst>
                                          <p:attrName>style.visibility</p:attrName>
                                        </p:attrNameLst>
                                      </p:cBhvr>
                                      <p:to>
                                        <p:strVal val="visible"/>
                                      </p:to>
                                    </p:set>
                                    <p:animEffect filter="fade" transition="in">
                                      <p:cBhvr>
                                        <p:cTn dur="1000"/>
                                        <p:tgtEl>
                                          <p:spTgt spid="24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1">
                                            <p:txEl>
                                              <p:pRg end="1" st="1"/>
                                            </p:txEl>
                                          </p:spTgt>
                                        </p:tgtEl>
                                        <p:attrNameLst>
                                          <p:attrName>style.visibility</p:attrName>
                                        </p:attrNameLst>
                                      </p:cBhvr>
                                      <p:to>
                                        <p:strVal val="visible"/>
                                      </p:to>
                                    </p:set>
                                    <p:animEffect filter="fade" transition="in">
                                      <p:cBhvr>
                                        <p:cTn dur="1000"/>
                                        <p:tgtEl>
                                          <p:spTgt spid="24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1">
                                            <p:txEl>
                                              <p:pRg end="2" st="2"/>
                                            </p:txEl>
                                          </p:spTgt>
                                        </p:tgtEl>
                                        <p:attrNameLst>
                                          <p:attrName>style.visibility</p:attrName>
                                        </p:attrNameLst>
                                      </p:cBhvr>
                                      <p:to>
                                        <p:strVal val="visible"/>
                                      </p:to>
                                    </p:set>
                                    <p:animEffect filter="fade" transition="in">
                                      <p:cBhvr>
                                        <p:cTn dur="1000"/>
                                        <p:tgtEl>
                                          <p:spTgt spid="24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1">
                                            <p:txEl>
                                              <p:pRg end="3" st="3"/>
                                            </p:txEl>
                                          </p:spTgt>
                                        </p:tgtEl>
                                        <p:attrNameLst>
                                          <p:attrName>style.visibility</p:attrName>
                                        </p:attrNameLst>
                                      </p:cBhvr>
                                      <p:to>
                                        <p:strVal val="visible"/>
                                      </p:to>
                                    </p:set>
                                    <p:animEffect filter="fade" transition="in">
                                      <p:cBhvr>
                                        <p:cTn dur="1000"/>
                                        <p:tgtEl>
                                          <p:spTgt spid="241">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1">
                                            <p:txEl>
                                              <p:pRg end="4" st="4"/>
                                            </p:txEl>
                                          </p:spTgt>
                                        </p:tgtEl>
                                        <p:attrNameLst>
                                          <p:attrName>style.visibility</p:attrName>
                                        </p:attrNameLst>
                                      </p:cBhvr>
                                      <p:to>
                                        <p:strVal val="visible"/>
                                      </p:to>
                                    </p:set>
                                    <p:animEffect filter="fade" transition="in">
                                      <p:cBhvr>
                                        <p:cTn dur="1000"/>
                                        <p:tgtEl>
                                          <p:spTgt spid="241">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1">
                                            <p:txEl>
                                              <p:pRg end="5" st="5"/>
                                            </p:txEl>
                                          </p:spTgt>
                                        </p:tgtEl>
                                        <p:attrNameLst>
                                          <p:attrName>style.visibility</p:attrName>
                                        </p:attrNameLst>
                                      </p:cBhvr>
                                      <p:to>
                                        <p:strVal val="visible"/>
                                      </p:to>
                                    </p:set>
                                    <p:animEffect filter="fade" transition="in">
                                      <p:cBhvr>
                                        <p:cTn dur="1000"/>
                                        <p:tgtEl>
                                          <p:spTgt spid="241">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1">
                                            <p:txEl>
                                              <p:pRg end="6" st="6"/>
                                            </p:txEl>
                                          </p:spTgt>
                                        </p:tgtEl>
                                        <p:attrNameLst>
                                          <p:attrName>style.visibility</p:attrName>
                                        </p:attrNameLst>
                                      </p:cBhvr>
                                      <p:to>
                                        <p:strVal val="visible"/>
                                      </p:to>
                                    </p:set>
                                    <p:animEffect filter="fade" transition="in">
                                      <p:cBhvr>
                                        <p:cTn dur="1000"/>
                                        <p:tgtEl>
                                          <p:spTgt spid="241">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47" name="Shape 247"/>
        <p:cNvGrpSpPr/>
        <p:nvPr/>
      </p:nvGrpSpPr>
      <p:grpSpPr>
        <a:xfrm>
          <a:off x="0" y="0"/>
          <a:ext cx="0" cy="0"/>
          <a:chOff x="0" y="0"/>
          <a:chExt cx="0" cy="0"/>
        </a:xfrm>
      </p:grpSpPr>
      <p:sp>
        <p:nvSpPr>
          <p:cNvPr id="248" name="Google Shape;248;p12"/>
          <p:cNvSpPr txBox="1"/>
          <p:nvPr>
            <p:ph type="title"/>
          </p:nvPr>
        </p:nvSpPr>
        <p:spPr>
          <a:xfrm>
            <a:off x="611188" y="198438"/>
            <a:ext cx="7588250" cy="685800"/>
          </a:xfrm>
          <a:prstGeom prst="rect">
            <a:avLst/>
          </a:prstGeom>
          <a:noFill/>
          <a:ln>
            <a:noFill/>
          </a:ln>
        </p:spPr>
        <p:txBody>
          <a:bodyPr anchorCtr="0" anchor="ctr" bIns="44450" lIns="90475" spcFirstLastPara="1" rIns="90475" wrap="square" tIns="44450">
            <a:noAutofit/>
          </a:bodyPr>
          <a:lstStyle/>
          <a:p>
            <a:pPr indent="0" lvl="0" marL="0" rtl="0" algn="l">
              <a:spcBef>
                <a:spcPts val="0"/>
              </a:spcBef>
              <a:spcAft>
                <a:spcPts val="0"/>
              </a:spcAft>
              <a:buNone/>
            </a:pPr>
            <a:r>
              <a:rPr lang="en-US"/>
              <a:t>Object Properties</a:t>
            </a:r>
            <a:endParaRPr/>
          </a:p>
        </p:txBody>
      </p:sp>
      <p:sp>
        <p:nvSpPr>
          <p:cNvPr id="249" name="Google Shape;249;p12"/>
          <p:cNvSpPr txBox="1"/>
          <p:nvPr>
            <p:ph idx="1" type="body"/>
          </p:nvPr>
        </p:nvSpPr>
        <p:spPr>
          <a:xfrm>
            <a:off x="609600" y="1266825"/>
            <a:ext cx="8305800" cy="4905375"/>
          </a:xfrm>
          <a:prstGeom prst="rect">
            <a:avLst/>
          </a:prstGeom>
          <a:noFill/>
          <a:ln>
            <a:noFill/>
          </a:ln>
        </p:spPr>
        <p:txBody>
          <a:bodyPr anchorCtr="0" anchor="t" bIns="44450" lIns="90475" spcFirstLastPara="1" rIns="90475" wrap="square" tIns="44450">
            <a:noAutofit/>
          </a:bodyPr>
          <a:lstStyle/>
          <a:p>
            <a:pPr indent="-342900" lvl="0" marL="342900" rtl="0" algn="l">
              <a:spcBef>
                <a:spcPts val="0"/>
              </a:spcBef>
              <a:spcAft>
                <a:spcPts val="0"/>
              </a:spcAft>
              <a:buSzPts val="1800"/>
              <a:buFont typeface="Arial"/>
              <a:buNone/>
            </a:pPr>
            <a:r>
              <a:t/>
            </a:r>
            <a:endParaRPr/>
          </a:p>
          <a:p>
            <a:pPr indent="-342900" lvl="0" marL="342900" rtl="0" algn="l">
              <a:spcBef>
                <a:spcPts val="480"/>
              </a:spcBef>
              <a:spcAft>
                <a:spcPts val="0"/>
              </a:spcAft>
              <a:buSzPts val="1800"/>
              <a:buChar char="●"/>
            </a:pPr>
            <a:r>
              <a:rPr lang="en-US"/>
              <a:t>Identity</a:t>
            </a:r>
            <a:endParaRPr/>
          </a:p>
          <a:p>
            <a:pPr indent="-342900" lvl="0" marL="342900" rtl="0" algn="l">
              <a:spcBef>
                <a:spcPts val="480"/>
              </a:spcBef>
              <a:spcAft>
                <a:spcPts val="0"/>
              </a:spcAft>
              <a:buSzPts val="1800"/>
              <a:buChar char="●"/>
            </a:pPr>
            <a:r>
              <a:rPr lang="en-US"/>
              <a:t>State</a:t>
            </a:r>
            <a:endParaRPr/>
          </a:p>
          <a:p>
            <a:pPr indent="-342900" lvl="0" marL="342900" rtl="0" algn="l">
              <a:spcBef>
                <a:spcPts val="480"/>
              </a:spcBef>
              <a:spcAft>
                <a:spcPts val="0"/>
              </a:spcAft>
              <a:buSzPts val="1800"/>
              <a:buChar char="●"/>
            </a:pPr>
            <a:r>
              <a:rPr lang="en-US"/>
              <a:t>Behavior</a:t>
            </a:r>
            <a:endParaRPr/>
          </a:p>
        </p:txBody>
      </p:sp>
      <p:graphicFrame>
        <p:nvGraphicFramePr>
          <p:cNvPr id="250" name="Google Shape;250;p12"/>
          <p:cNvGraphicFramePr/>
          <p:nvPr/>
        </p:nvGraphicFramePr>
        <p:xfrm>
          <a:off x="3979863" y="2209800"/>
          <a:ext cx="1306512" cy="2157413"/>
        </p:xfrm>
        <a:graphic>
          <a:graphicData uri="http://schemas.openxmlformats.org/presentationml/2006/ole">
            <mc:AlternateContent>
              <mc:Choice Requires="v">
                <p:oleObj r:id="rId4" imgH="2157413" imgW="1306512" progId="" spid="_x0000_s1">
                  <p:embed/>
                </p:oleObj>
              </mc:Choice>
              <mc:Fallback>
                <p:oleObj r:id="rId5" imgH="2157413" imgW="1306512" progId="">
                  <p:embed/>
                  <p:pic>
                    <p:nvPicPr>
                      <p:cNvPr id="250" name="Google Shape;250;p12"/>
                      <p:cNvPicPr preferRelativeResize="0"/>
                      <p:nvPr/>
                    </p:nvPicPr>
                    <p:blipFill rotWithShape="1">
                      <a:blip r:embed="rId6">
                        <a:alphaModFix/>
                      </a:blip>
                      <a:srcRect b="0" l="0" r="0" t="0"/>
                      <a:stretch/>
                    </p:blipFill>
                    <p:spPr>
                      <a:xfrm>
                        <a:off x="3979863" y="2209800"/>
                        <a:ext cx="1306512" cy="2157413"/>
                      </a:xfrm>
                      <a:prstGeom prst="rect">
                        <a:avLst/>
                      </a:prstGeom>
                      <a:noFill/>
                      <a:ln>
                        <a:noFill/>
                      </a:ln>
                    </p:spPr>
                  </p:pic>
                </p:oleObj>
              </mc:Fallback>
            </mc:AlternateContent>
          </a:graphicData>
        </a:graphic>
      </p:graphicFrame>
      <p:sp>
        <p:nvSpPr>
          <p:cNvPr id="251" name="Google Shape;251;p12"/>
          <p:cNvSpPr/>
          <p:nvPr/>
        </p:nvSpPr>
        <p:spPr>
          <a:xfrm>
            <a:off x="4067175" y="4481525"/>
            <a:ext cx="1905000" cy="453900"/>
          </a:xfrm>
          <a:prstGeom prst="rect">
            <a:avLst/>
          </a:prstGeom>
          <a:noFill/>
          <a:ln>
            <a:noFill/>
          </a:ln>
        </p:spPr>
        <p:txBody>
          <a:bodyPr anchorCtr="0" anchor="t" bIns="44450" lIns="90475" spcFirstLastPara="1" rIns="90475" wrap="square" tIns="44450">
            <a:spAutoFit/>
          </a:bodyPr>
          <a:lstStyle/>
          <a:p>
            <a:pPr indent="0" lvl="0" marL="0" marR="0" rtl="0" algn="l">
              <a:spcBef>
                <a:spcPts val="0"/>
              </a:spcBef>
              <a:spcAft>
                <a:spcPts val="0"/>
              </a:spcAft>
              <a:buNone/>
            </a:pPr>
            <a:r>
              <a:rPr lang="en-US" sz="2400">
                <a:solidFill>
                  <a:schemeClr val="lt1"/>
                </a:solidFill>
                <a:latin typeface="Times New Roman"/>
                <a:ea typeface="Times New Roman"/>
                <a:cs typeface="Times New Roman"/>
                <a:sym typeface="Times New Roman"/>
              </a:rPr>
              <a:t>myLamp</a:t>
            </a:r>
            <a:endParaRPr/>
          </a:p>
        </p:txBody>
      </p:sp>
      <p:sp>
        <p:nvSpPr>
          <p:cNvPr id="252" name="Google Shape;252;p12"/>
          <p:cNvSpPr/>
          <p:nvPr/>
        </p:nvSpPr>
        <p:spPr>
          <a:xfrm>
            <a:off x="5473700" y="3033725"/>
            <a:ext cx="1306500" cy="819000"/>
          </a:xfrm>
          <a:prstGeom prst="rect">
            <a:avLst/>
          </a:prstGeom>
          <a:noFill/>
          <a:ln>
            <a:noFill/>
          </a:ln>
        </p:spPr>
        <p:txBody>
          <a:bodyPr anchorCtr="0" anchor="t" bIns="44450" lIns="90475" spcFirstLastPara="1" rIns="90475" wrap="square" tIns="44450">
            <a:spAutoFit/>
          </a:bodyPr>
          <a:lstStyle/>
          <a:p>
            <a:pPr indent="0" lvl="0" marL="0" marR="0" rtl="0" algn="l">
              <a:spcBef>
                <a:spcPts val="0"/>
              </a:spcBef>
              <a:spcAft>
                <a:spcPts val="0"/>
              </a:spcAft>
              <a:buNone/>
            </a:pPr>
            <a:r>
              <a:rPr lang="en-US" sz="2400">
                <a:solidFill>
                  <a:schemeClr val="lt1"/>
                </a:solidFill>
                <a:latin typeface="Times New Roman"/>
                <a:ea typeface="Times New Roman"/>
                <a:cs typeface="Times New Roman"/>
                <a:sym typeface="Times New Roman"/>
              </a:rPr>
              <a:t>on</a:t>
            </a:r>
            <a:endParaRPr/>
          </a:p>
          <a:p>
            <a:pPr indent="0" lvl="0" marL="0" marR="0" rtl="0" algn="l">
              <a:spcBef>
                <a:spcPts val="0"/>
              </a:spcBef>
              <a:spcAft>
                <a:spcPts val="0"/>
              </a:spcAft>
              <a:buNone/>
            </a:pPr>
            <a:r>
              <a:rPr lang="en-US" sz="2400">
                <a:solidFill>
                  <a:schemeClr val="lt1"/>
                </a:solidFill>
                <a:latin typeface="Times New Roman"/>
                <a:ea typeface="Times New Roman"/>
                <a:cs typeface="Times New Roman"/>
                <a:sym typeface="Times New Roman"/>
              </a:rPr>
              <a:t>off</a:t>
            </a:r>
            <a:endParaRPr/>
          </a:p>
        </p:txBody>
      </p:sp>
      <p:sp>
        <p:nvSpPr>
          <p:cNvPr id="253" name="Google Shape;253;p12"/>
          <p:cNvSpPr/>
          <p:nvPr/>
        </p:nvSpPr>
        <p:spPr>
          <a:xfrm>
            <a:off x="1692275" y="5229225"/>
            <a:ext cx="5751513" cy="454025"/>
          </a:xfrm>
          <a:prstGeom prst="rect">
            <a:avLst/>
          </a:prstGeom>
          <a:solidFill>
            <a:srgbClr val="FF3300"/>
          </a:solidFill>
          <a:ln>
            <a:noFill/>
          </a:ln>
        </p:spPr>
        <p:txBody>
          <a:bodyPr anchorCtr="0" anchor="t" bIns="44450" lIns="90475" spcFirstLastPara="1" rIns="90475" wrap="square" tIns="44450">
            <a:spAutoFit/>
          </a:bodyPr>
          <a:lstStyle/>
          <a:p>
            <a:pPr indent="0" lvl="0" marL="0" marR="0" rtl="0" algn="l">
              <a:spcBef>
                <a:spcPts val="0"/>
              </a:spcBef>
              <a:spcAft>
                <a:spcPts val="0"/>
              </a:spcAft>
              <a:buNone/>
            </a:pPr>
            <a:r>
              <a:rPr lang="en-US" sz="2400">
                <a:solidFill>
                  <a:schemeClr val="lt1"/>
                </a:solidFill>
                <a:latin typeface="Times New Roman"/>
                <a:ea typeface="Times New Roman"/>
                <a:cs typeface="Times New Roman"/>
                <a:sym typeface="Times New Roman"/>
              </a:rPr>
              <a:t>Object is an abstraction of a real world entity </a:t>
            </a:r>
            <a:endParaRPr/>
          </a:p>
        </p:txBody>
      </p:sp>
      <p:sp>
        <p:nvSpPr>
          <p:cNvPr id="254" name="Google Shape;254;p12"/>
          <p:cNvSpPr txBox="1"/>
          <p:nvPr>
            <p:ph idx="12" type="sldNum"/>
          </p:nvPr>
        </p:nvSpPr>
        <p:spPr>
          <a:xfrm>
            <a:off x="7092950" y="6248400"/>
            <a:ext cx="1905000" cy="4572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p:cut/>
  </p:transition>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58" name="Shape 258"/>
        <p:cNvGrpSpPr/>
        <p:nvPr/>
      </p:nvGrpSpPr>
      <p:grpSpPr>
        <a:xfrm>
          <a:off x="0" y="0"/>
          <a:ext cx="0" cy="0"/>
          <a:chOff x="0" y="0"/>
          <a:chExt cx="0" cy="0"/>
        </a:xfrm>
      </p:grpSpPr>
      <p:sp>
        <p:nvSpPr>
          <p:cNvPr id="259" name="Google Shape;259;p13"/>
          <p:cNvSpPr txBox="1"/>
          <p:nvPr>
            <p:ph type="title"/>
          </p:nvPr>
        </p:nvSpPr>
        <p:spPr>
          <a:xfrm>
            <a:off x="611188" y="198438"/>
            <a:ext cx="7588250" cy="685800"/>
          </a:xfrm>
          <a:prstGeom prst="rect">
            <a:avLst/>
          </a:prstGeom>
          <a:noFill/>
          <a:ln>
            <a:noFill/>
          </a:ln>
        </p:spPr>
        <p:txBody>
          <a:bodyPr anchorCtr="0" anchor="ctr" bIns="46025" lIns="92075" spcFirstLastPara="1" rIns="92075" wrap="square" tIns="46025">
            <a:noAutofit/>
          </a:bodyPr>
          <a:lstStyle/>
          <a:p>
            <a:pPr indent="0" lvl="0" marL="0" rtl="0" algn="l">
              <a:spcBef>
                <a:spcPts val="0"/>
              </a:spcBef>
              <a:spcAft>
                <a:spcPts val="0"/>
              </a:spcAft>
              <a:buNone/>
            </a:pPr>
            <a:r>
              <a:rPr lang="en-US"/>
              <a:t>Introduction to Objects</a:t>
            </a:r>
            <a:endParaRPr/>
          </a:p>
        </p:txBody>
      </p:sp>
      <p:sp>
        <p:nvSpPr>
          <p:cNvPr id="260" name="Google Shape;260;p13"/>
          <p:cNvSpPr txBox="1"/>
          <p:nvPr>
            <p:ph idx="1" type="body"/>
          </p:nvPr>
        </p:nvSpPr>
        <p:spPr>
          <a:xfrm>
            <a:off x="609600" y="1266825"/>
            <a:ext cx="8305800" cy="4905375"/>
          </a:xfrm>
          <a:prstGeom prst="rect">
            <a:avLst/>
          </a:prstGeom>
          <a:noFill/>
          <a:ln>
            <a:noFill/>
          </a:ln>
        </p:spPr>
        <p:txBody>
          <a:bodyPr anchorCtr="0" anchor="t" bIns="46025" lIns="92075" spcFirstLastPara="1" rIns="92075" wrap="square" tIns="46025">
            <a:noAutofit/>
          </a:bodyPr>
          <a:lstStyle/>
          <a:p>
            <a:pPr indent="-342900" lvl="0" marL="342900" rtl="0" algn="l">
              <a:spcBef>
                <a:spcPts val="0"/>
              </a:spcBef>
              <a:spcAft>
                <a:spcPts val="0"/>
              </a:spcAft>
              <a:buSzPts val="1800"/>
              <a:buChar char="●"/>
            </a:pPr>
            <a:r>
              <a:rPr lang="en-US"/>
              <a:t>An </a:t>
            </a:r>
            <a:r>
              <a:rPr i="1" lang="en-US"/>
              <a:t>object</a:t>
            </a:r>
            <a:r>
              <a:rPr lang="en-US"/>
              <a:t> represents something with which we can interact in a program</a:t>
            </a:r>
            <a:endParaRPr/>
          </a:p>
          <a:p>
            <a:pPr indent="-342900" lvl="0" marL="342900" rtl="0" algn="l">
              <a:spcBef>
                <a:spcPts val="1440"/>
              </a:spcBef>
              <a:spcAft>
                <a:spcPts val="0"/>
              </a:spcAft>
              <a:buSzPts val="1800"/>
              <a:buChar char="●"/>
            </a:pPr>
            <a:r>
              <a:rPr lang="en-US"/>
              <a:t>An object provides a collection of services that we can tell it to perform for us</a:t>
            </a:r>
            <a:endParaRPr/>
          </a:p>
          <a:p>
            <a:pPr indent="-342900" lvl="0" marL="342900" rtl="0" algn="l">
              <a:spcBef>
                <a:spcPts val="1440"/>
              </a:spcBef>
              <a:spcAft>
                <a:spcPts val="0"/>
              </a:spcAft>
              <a:buSzPts val="1800"/>
              <a:buChar char="●"/>
            </a:pPr>
            <a:r>
              <a:rPr lang="en-US"/>
              <a:t>The services are defined by methods in a </a:t>
            </a:r>
            <a:r>
              <a:rPr i="1" lang="en-US"/>
              <a:t>class</a:t>
            </a:r>
            <a:r>
              <a:rPr lang="en-US"/>
              <a:t> that defines the object</a:t>
            </a:r>
            <a:endParaRPr/>
          </a:p>
          <a:p>
            <a:pPr indent="-342900" lvl="0" marL="342900" rtl="0" algn="l">
              <a:spcBef>
                <a:spcPts val="1440"/>
              </a:spcBef>
              <a:spcAft>
                <a:spcPts val="0"/>
              </a:spcAft>
              <a:buSzPts val="1800"/>
              <a:buChar char="●"/>
            </a:pPr>
            <a:r>
              <a:rPr lang="en-US"/>
              <a:t>A class represents a concept, and an object represents the embodiment of a class</a:t>
            </a:r>
            <a:endParaRPr/>
          </a:p>
          <a:p>
            <a:pPr indent="-342900" lvl="0" marL="342900" rtl="0" algn="l">
              <a:spcBef>
                <a:spcPts val="1440"/>
              </a:spcBef>
              <a:spcAft>
                <a:spcPts val="0"/>
              </a:spcAft>
              <a:buSzPts val="1800"/>
              <a:buChar char="●"/>
            </a:pPr>
            <a:r>
              <a:rPr lang="en-US"/>
              <a:t>A class can be used to create multiple objects</a:t>
            </a:r>
            <a:endParaRPr/>
          </a:p>
        </p:txBody>
      </p:sp>
      <p:sp>
        <p:nvSpPr>
          <p:cNvPr id="261" name="Google Shape;261;p13"/>
          <p:cNvSpPr txBox="1"/>
          <p:nvPr>
            <p:ph idx="12" type="sldNum"/>
          </p:nvPr>
        </p:nvSpPr>
        <p:spPr>
          <a:xfrm>
            <a:off x="7092950" y="6248400"/>
            <a:ext cx="1905000" cy="4572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spd="med">
    <p:diamond/>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60">
                                            <p:txEl>
                                              <p:pRg end="0" st="0"/>
                                            </p:txEl>
                                          </p:spTgt>
                                        </p:tgtEl>
                                        <p:attrNameLst>
                                          <p:attrName>style.visibility</p:attrName>
                                        </p:attrNameLst>
                                      </p:cBhvr>
                                      <p:to>
                                        <p:strVal val="visible"/>
                                      </p:to>
                                    </p:set>
                                    <p:anim calcmode="lin" valueType="num">
                                      <p:cBhvr additive="base">
                                        <p:cTn dur="500"/>
                                        <p:tgtEl>
                                          <p:spTgt spid="260">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60">
                                            <p:txEl>
                                              <p:pRg end="1" st="1"/>
                                            </p:txEl>
                                          </p:spTgt>
                                        </p:tgtEl>
                                        <p:attrNameLst>
                                          <p:attrName>style.visibility</p:attrName>
                                        </p:attrNameLst>
                                      </p:cBhvr>
                                      <p:to>
                                        <p:strVal val="visible"/>
                                      </p:to>
                                    </p:set>
                                    <p:anim calcmode="lin" valueType="num">
                                      <p:cBhvr additive="base">
                                        <p:cTn dur="500"/>
                                        <p:tgtEl>
                                          <p:spTgt spid="260">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60">
                                            <p:txEl>
                                              <p:pRg end="2" st="2"/>
                                            </p:txEl>
                                          </p:spTgt>
                                        </p:tgtEl>
                                        <p:attrNameLst>
                                          <p:attrName>style.visibility</p:attrName>
                                        </p:attrNameLst>
                                      </p:cBhvr>
                                      <p:to>
                                        <p:strVal val="visible"/>
                                      </p:to>
                                    </p:set>
                                    <p:anim calcmode="lin" valueType="num">
                                      <p:cBhvr additive="base">
                                        <p:cTn dur="500"/>
                                        <p:tgtEl>
                                          <p:spTgt spid="260">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60">
                                            <p:txEl>
                                              <p:pRg end="3" st="3"/>
                                            </p:txEl>
                                          </p:spTgt>
                                        </p:tgtEl>
                                        <p:attrNameLst>
                                          <p:attrName>style.visibility</p:attrName>
                                        </p:attrNameLst>
                                      </p:cBhvr>
                                      <p:to>
                                        <p:strVal val="visible"/>
                                      </p:to>
                                    </p:set>
                                    <p:anim calcmode="lin" valueType="num">
                                      <p:cBhvr additive="base">
                                        <p:cTn dur="500"/>
                                        <p:tgtEl>
                                          <p:spTgt spid="260">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60">
                                            <p:txEl>
                                              <p:pRg end="4" st="4"/>
                                            </p:txEl>
                                          </p:spTgt>
                                        </p:tgtEl>
                                        <p:attrNameLst>
                                          <p:attrName>style.visibility</p:attrName>
                                        </p:attrNameLst>
                                      </p:cBhvr>
                                      <p:to>
                                        <p:strVal val="visible"/>
                                      </p:to>
                                    </p:set>
                                    <p:anim calcmode="lin" valueType="num">
                                      <p:cBhvr additive="base">
                                        <p:cTn dur="500"/>
                                        <p:tgtEl>
                                          <p:spTgt spid="260">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66" name="Shape 266"/>
        <p:cNvGrpSpPr/>
        <p:nvPr/>
      </p:nvGrpSpPr>
      <p:grpSpPr>
        <a:xfrm>
          <a:off x="0" y="0"/>
          <a:ext cx="0" cy="0"/>
          <a:chOff x="0" y="0"/>
          <a:chExt cx="0" cy="0"/>
        </a:xfrm>
      </p:grpSpPr>
      <p:sp>
        <p:nvSpPr>
          <p:cNvPr id="267" name="Google Shape;267;p14"/>
          <p:cNvSpPr txBox="1"/>
          <p:nvPr>
            <p:ph type="title"/>
          </p:nvPr>
        </p:nvSpPr>
        <p:spPr>
          <a:xfrm>
            <a:off x="611188" y="198438"/>
            <a:ext cx="7588250" cy="6858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Objects and Classes</a:t>
            </a:r>
            <a:endParaRPr/>
          </a:p>
        </p:txBody>
      </p:sp>
      <p:grpSp>
        <p:nvGrpSpPr>
          <p:cNvPr id="268" name="Google Shape;268;p14"/>
          <p:cNvGrpSpPr/>
          <p:nvPr/>
        </p:nvGrpSpPr>
        <p:grpSpPr>
          <a:xfrm>
            <a:off x="635000" y="1582738"/>
            <a:ext cx="3044825" cy="1922462"/>
            <a:chOff x="400" y="997"/>
            <a:chExt cx="1918" cy="1211"/>
          </a:xfrm>
        </p:grpSpPr>
        <p:sp>
          <p:nvSpPr>
            <p:cNvPr id="269" name="Google Shape;269;p14"/>
            <p:cNvSpPr/>
            <p:nvPr/>
          </p:nvSpPr>
          <p:spPr>
            <a:xfrm>
              <a:off x="816" y="1652"/>
              <a:ext cx="1502" cy="556"/>
            </a:xfrm>
            <a:prstGeom prst="ellipse">
              <a:avLst/>
            </a:prstGeom>
            <a:solidFill>
              <a:schemeClr val="lt1"/>
            </a:solidFill>
            <a:ln cap="flat" cmpd="sng" w="12700">
              <a:solidFill>
                <a:srgbClr val="FF3300"/>
              </a:solidFill>
              <a:prstDash val="solid"/>
              <a:round/>
              <a:headEnd len="sm" w="sm" type="none"/>
              <a:tailEnd len="sm" w="sm" type="none"/>
            </a:ln>
          </p:spPr>
          <p:txBody>
            <a:bodyPr anchorCtr="0" anchor="ctr"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Verdana"/>
                  <a:ea typeface="Verdana"/>
                  <a:cs typeface="Verdana"/>
                  <a:sym typeface="Verdana"/>
                </a:rPr>
                <a:t>Bank</a:t>
              </a:r>
              <a:r>
                <a:rPr lang="en-US" sz="1800">
                  <a:solidFill>
                    <a:schemeClr val="lt1"/>
                  </a:solidFill>
                  <a:latin typeface="Verdana"/>
                  <a:ea typeface="Verdana"/>
                  <a:cs typeface="Verdana"/>
                  <a:sym typeface="Verdana"/>
                </a:rPr>
                <a:t> </a:t>
              </a:r>
              <a:r>
                <a:rPr lang="en-US" sz="1800">
                  <a:solidFill>
                    <a:schemeClr val="dk1"/>
                  </a:solidFill>
                  <a:latin typeface="Verdana"/>
                  <a:ea typeface="Verdana"/>
                  <a:cs typeface="Verdana"/>
                  <a:sym typeface="Verdana"/>
                </a:rPr>
                <a:t>Account</a:t>
              </a:r>
              <a:endParaRPr/>
            </a:p>
          </p:txBody>
        </p:sp>
        <p:sp>
          <p:nvSpPr>
            <p:cNvPr id="270" name="Google Shape;270;p14"/>
            <p:cNvSpPr txBox="1"/>
            <p:nvPr/>
          </p:nvSpPr>
          <p:spPr>
            <a:xfrm>
              <a:off x="400" y="997"/>
              <a:ext cx="1051" cy="442"/>
            </a:xfrm>
            <a:prstGeom prst="rect">
              <a:avLst/>
            </a:prstGeom>
            <a:noFill/>
            <a:ln>
              <a:noFill/>
            </a:ln>
          </p:spPr>
          <p:txBody>
            <a:bodyPr anchorCtr="1" anchor="t" bIns="45700" lIns="91425" spcFirstLastPara="1" rIns="91425" wrap="square" tIns="45700">
              <a:spAutoFit/>
            </a:bodyPr>
            <a:lstStyle/>
            <a:p>
              <a:pPr indent="0" lvl="0" marL="0" marR="0" rtl="0" algn="ctr">
                <a:spcBef>
                  <a:spcPts val="0"/>
                </a:spcBef>
                <a:spcAft>
                  <a:spcPts val="0"/>
                </a:spcAft>
                <a:buNone/>
              </a:pPr>
              <a:r>
                <a:rPr b="1" lang="en-US" sz="2000">
                  <a:solidFill>
                    <a:srgbClr val="FFCC00"/>
                  </a:solidFill>
                  <a:latin typeface="Arimo"/>
                  <a:ea typeface="Arimo"/>
                  <a:cs typeface="Arimo"/>
                  <a:sym typeface="Arimo"/>
                </a:rPr>
                <a:t>A class</a:t>
              </a:r>
              <a:endParaRPr/>
            </a:p>
            <a:p>
              <a:pPr indent="0" lvl="0" marL="0" marR="0" rtl="0" algn="ctr">
                <a:spcBef>
                  <a:spcPts val="0"/>
                </a:spcBef>
                <a:spcAft>
                  <a:spcPts val="0"/>
                </a:spcAft>
                <a:buNone/>
              </a:pPr>
              <a:r>
                <a:rPr b="1" lang="en-US" sz="2000">
                  <a:solidFill>
                    <a:srgbClr val="FFCC00"/>
                  </a:solidFill>
                  <a:latin typeface="Arimo"/>
                  <a:ea typeface="Arimo"/>
                  <a:cs typeface="Arimo"/>
                  <a:sym typeface="Arimo"/>
                </a:rPr>
                <a:t>(the concept)</a:t>
              </a:r>
              <a:endParaRPr/>
            </a:p>
          </p:txBody>
        </p:sp>
      </p:grpSp>
      <p:grpSp>
        <p:nvGrpSpPr>
          <p:cNvPr id="271" name="Google Shape;271;p14"/>
          <p:cNvGrpSpPr/>
          <p:nvPr/>
        </p:nvGrpSpPr>
        <p:grpSpPr>
          <a:xfrm>
            <a:off x="4876800" y="1587500"/>
            <a:ext cx="3713163" cy="1809750"/>
            <a:chOff x="3072" y="1000"/>
            <a:chExt cx="2339" cy="1140"/>
          </a:xfrm>
        </p:grpSpPr>
        <p:sp>
          <p:nvSpPr>
            <p:cNvPr id="272" name="Google Shape;272;p14"/>
            <p:cNvSpPr/>
            <p:nvPr/>
          </p:nvSpPr>
          <p:spPr>
            <a:xfrm>
              <a:off x="3072" y="1728"/>
              <a:ext cx="1758" cy="412"/>
            </a:xfrm>
            <a:prstGeom prst="rect">
              <a:avLst/>
            </a:prstGeom>
            <a:solidFill>
              <a:srgbClr val="FFFFFF"/>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Verdana"/>
                  <a:ea typeface="Verdana"/>
                  <a:cs typeface="Verdana"/>
                  <a:sym typeface="Verdana"/>
                </a:rPr>
                <a:t>Siam’s Bank Account</a:t>
              </a:r>
              <a:endParaRPr/>
            </a:p>
            <a:p>
              <a:pPr indent="0" lvl="0" marL="0" marR="0" rtl="0" algn="ctr">
                <a:spcBef>
                  <a:spcPts val="0"/>
                </a:spcBef>
                <a:spcAft>
                  <a:spcPts val="0"/>
                </a:spcAft>
                <a:buNone/>
              </a:pPr>
              <a:r>
                <a:rPr lang="en-US" sz="1800">
                  <a:solidFill>
                    <a:schemeClr val="dk1"/>
                  </a:solidFill>
                  <a:latin typeface="Verdana"/>
                  <a:ea typeface="Verdana"/>
                  <a:cs typeface="Verdana"/>
                  <a:sym typeface="Verdana"/>
                </a:rPr>
                <a:t>Balance: $5,257</a:t>
              </a:r>
              <a:endParaRPr/>
            </a:p>
          </p:txBody>
        </p:sp>
        <p:sp>
          <p:nvSpPr>
            <p:cNvPr id="273" name="Google Shape;273;p14"/>
            <p:cNvSpPr txBox="1"/>
            <p:nvPr/>
          </p:nvSpPr>
          <p:spPr>
            <a:xfrm>
              <a:off x="4190" y="1000"/>
              <a:ext cx="1221" cy="442"/>
            </a:xfrm>
            <a:prstGeom prst="rect">
              <a:avLst/>
            </a:prstGeom>
            <a:noFill/>
            <a:ln>
              <a:noFill/>
            </a:ln>
          </p:spPr>
          <p:txBody>
            <a:bodyPr anchorCtr="1" anchor="t" bIns="45700" lIns="91425" spcFirstLastPara="1" rIns="91425" wrap="square" tIns="45700">
              <a:spAutoFit/>
            </a:bodyPr>
            <a:lstStyle/>
            <a:p>
              <a:pPr indent="0" lvl="0" marL="0" marR="0" rtl="0" algn="ctr">
                <a:spcBef>
                  <a:spcPts val="0"/>
                </a:spcBef>
                <a:spcAft>
                  <a:spcPts val="0"/>
                </a:spcAft>
                <a:buNone/>
              </a:pPr>
              <a:r>
                <a:rPr b="1" lang="en-US" sz="2000">
                  <a:solidFill>
                    <a:srgbClr val="FFCC00"/>
                  </a:solidFill>
                  <a:latin typeface="Arimo"/>
                  <a:ea typeface="Arimo"/>
                  <a:cs typeface="Arimo"/>
                  <a:sym typeface="Arimo"/>
                </a:rPr>
                <a:t>An object</a:t>
              </a:r>
              <a:endParaRPr/>
            </a:p>
            <a:p>
              <a:pPr indent="0" lvl="0" marL="0" marR="0" rtl="0" algn="ctr">
                <a:spcBef>
                  <a:spcPts val="0"/>
                </a:spcBef>
                <a:spcAft>
                  <a:spcPts val="0"/>
                </a:spcAft>
                <a:buNone/>
              </a:pPr>
              <a:r>
                <a:rPr b="1" lang="en-US" sz="2000">
                  <a:solidFill>
                    <a:srgbClr val="FFCC00"/>
                  </a:solidFill>
                  <a:latin typeface="Arimo"/>
                  <a:ea typeface="Arimo"/>
                  <a:cs typeface="Arimo"/>
                  <a:sym typeface="Arimo"/>
                </a:rPr>
                <a:t>(the realization)</a:t>
              </a:r>
              <a:endParaRPr/>
            </a:p>
          </p:txBody>
        </p:sp>
      </p:grpSp>
      <p:grpSp>
        <p:nvGrpSpPr>
          <p:cNvPr id="274" name="Google Shape;274;p14"/>
          <p:cNvGrpSpPr/>
          <p:nvPr/>
        </p:nvGrpSpPr>
        <p:grpSpPr>
          <a:xfrm>
            <a:off x="1657350" y="3694112"/>
            <a:ext cx="6010275" cy="1819274"/>
            <a:chOff x="1044" y="2327"/>
            <a:chExt cx="3786" cy="1146"/>
          </a:xfrm>
        </p:grpSpPr>
        <p:sp>
          <p:nvSpPr>
            <p:cNvPr id="275" name="Google Shape;275;p14"/>
            <p:cNvSpPr/>
            <p:nvPr/>
          </p:nvSpPr>
          <p:spPr>
            <a:xfrm>
              <a:off x="3072" y="2327"/>
              <a:ext cx="1758" cy="407"/>
            </a:xfrm>
            <a:prstGeom prst="rect">
              <a:avLst/>
            </a:prstGeom>
            <a:solidFill>
              <a:srgbClr val="FFFFFF"/>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Verdana"/>
                  <a:ea typeface="Verdana"/>
                  <a:cs typeface="Verdana"/>
                  <a:sym typeface="Verdana"/>
                </a:rPr>
                <a:t>Rifat</a:t>
              </a:r>
              <a:r>
                <a:rPr lang="en-US" sz="1800">
                  <a:solidFill>
                    <a:schemeClr val="dk1"/>
                  </a:solidFill>
                  <a:latin typeface="Verdana"/>
                  <a:ea typeface="Verdana"/>
                  <a:cs typeface="Verdana"/>
                  <a:sym typeface="Verdana"/>
                </a:rPr>
                <a:t>’s Bank Account</a:t>
              </a:r>
              <a:endParaRPr/>
            </a:p>
            <a:p>
              <a:pPr indent="0" lvl="0" marL="0" marR="0" rtl="0" algn="ctr">
                <a:spcBef>
                  <a:spcPts val="0"/>
                </a:spcBef>
                <a:spcAft>
                  <a:spcPts val="0"/>
                </a:spcAft>
                <a:buNone/>
              </a:pPr>
              <a:r>
                <a:rPr lang="en-US" sz="1800">
                  <a:solidFill>
                    <a:schemeClr val="dk1"/>
                  </a:solidFill>
                  <a:latin typeface="Verdana"/>
                  <a:ea typeface="Verdana"/>
                  <a:cs typeface="Verdana"/>
                  <a:sym typeface="Verdana"/>
                </a:rPr>
                <a:t>Balance: $1,245,069</a:t>
              </a:r>
              <a:endParaRPr/>
            </a:p>
          </p:txBody>
        </p:sp>
        <p:sp>
          <p:nvSpPr>
            <p:cNvPr id="276" name="Google Shape;276;p14"/>
            <p:cNvSpPr/>
            <p:nvPr/>
          </p:nvSpPr>
          <p:spPr>
            <a:xfrm>
              <a:off x="3072" y="2891"/>
              <a:ext cx="1758" cy="582"/>
            </a:xfrm>
            <a:prstGeom prst="rect">
              <a:avLst/>
            </a:prstGeom>
            <a:solidFill>
              <a:srgbClr val="FFFFFF"/>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Verdana"/>
                  <a:ea typeface="Verdana"/>
                  <a:cs typeface="Verdana"/>
                  <a:sym typeface="Verdana"/>
                </a:rPr>
                <a:t>Gyan Prokash</a:t>
              </a:r>
              <a:r>
                <a:rPr lang="en-US" sz="1800">
                  <a:solidFill>
                    <a:schemeClr val="dk1"/>
                  </a:solidFill>
                  <a:latin typeface="Verdana"/>
                  <a:ea typeface="Verdana"/>
                  <a:cs typeface="Verdana"/>
                  <a:sym typeface="Verdana"/>
                </a:rPr>
                <a:t>’s Bank Account</a:t>
              </a:r>
              <a:endParaRPr/>
            </a:p>
            <a:p>
              <a:pPr indent="0" lvl="0" marL="0" marR="0" rtl="0" algn="ctr">
                <a:spcBef>
                  <a:spcPts val="0"/>
                </a:spcBef>
                <a:spcAft>
                  <a:spcPts val="0"/>
                </a:spcAft>
                <a:buNone/>
              </a:pPr>
              <a:r>
                <a:rPr lang="en-US" sz="1800">
                  <a:solidFill>
                    <a:schemeClr val="dk1"/>
                  </a:solidFill>
                  <a:latin typeface="Verdana"/>
                  <a:ea typeface="Verdana"/>
                  <a:cs typeface="Verdana"/>
                  <a:sym typeface="Verdana"/>
                </a:rPr>
                <a:t>Balance: $16,833</a:t>
              </a:r>
              <a:endParaRPr/>
            </a:p>
          </p:txBody>
        </p:sp>
        <p:sp>
          <p:nvSpPr>
            <p:cNvPr id="277" name="Google Shape;277;p14"/>
            <p:cNvSpPr txBox="1"/>
            <p:nvPr/>
          </p:nvSpPr>
          <p:spPr>
            <a:xfrm>
              <a:off x="1044" y="2670"/>
              <a:ext cx="1550" cy="442"/>
            </a:xfrm>
            <a:prstGeom prst="rect">
              <a:avLst/>
            </a:prstGeom>
            <a:noFill/>
            <a:ln>
              <a:noFill/>
            </a:ln>
          </p:spPr>
          <p:txBody>
            <a:bodyPr anchorCtr="1" anchor="t" bIns="45700" lIns="91425" spcFirstLastPara="1" rIns="91425" wrap="square" tIns="45700">
              <a:spAutoFit/>
            </a:bodyPr>
            <a:lstStyle/>
            <a:p>
              <a:pPr indent="0" lvl="0" marL="0" marR="0" rtl="0" algn="ctr">
                <a:spcBef>
                  <a:spcPts val="0"/>
                </a:spcBef>
                <a:spcAft>
                  <a:spcPts val="0"/>
                </a:spcAft>
                <a:buNone/>
              </a:pPr>
              <a:r>
                <a:rPr b="1" lang="en-US" sz="2000">
                  <a:solidFill>
                    <a:srgbClr val="FFCC00"/>
                  </a:solidFill>
                  <a:latin typeface="Arimo"/>
                  <a:ea typeface="Arimo"/>
                  <a:cs typeface="Arimo"/>
                  <a:sym typeface="Arimo"/>
                </a:rPr>
                <a:t>Multiple objects</a:t>
              </a:r>
              <a:endParaRPr/>
            </a:p>
            <a:p>
              <a:pPr indent="0" lvl="0" marL="0" marR="0" rtl="0" algn="ctr">
                <a:spcBef>
                  <a:spcPts val="0"/>
                </a:spcBef>
                <a:spcAft>
                  <a:spcPts val="0"/>
                </a:spcAft>
                <a:buNone/>
              </a:pPr>
              <a:r>
                <a:rPr b="1" lang="en-US" sz="2000">
                  <a:solidFill>
                    <a:srgbClr val="FFCC00"/>
                  </a:solidFill>
                  <a:latin typeface="Arimo"/>
                  <a:ea typeface="Arimo"/>
                  <a:cs typeface="Arimo"/>
                  <a:sym typeface="Arimo"/>
                </a:rPr>
                <a:t>from the same class</a:t>
              </a:r>
              <a:endParaRPr/>
            </a:p>
          </p:txBody>
        </p:sp>
      </p:grpSp>
      <p:sp>
        <p:nvSpPr>
          <p:cNvPr id="278" name="Google Shape;278;p14"/>
          <p:cNvSpPr txBox="1"/>
          <p:nvPr>
            <p:ph idx="12" type="sldNum"/>
          </p:nvPr>
        </p:nvSpPr>
        <p:spPr>
          <a:xfrm>
            <a:off x="7092950" y="6248400"/>
            <a:ext cx="1905000" cy="4572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spd="med">
    <p:diamond/>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68"/>
                                        </p:tgtEl>
                                        <p:attrNameLst>
                                          <p:attrName>style.visibility</p:attrName>
                                        </p:attrNameLst>
                                      </p:cBhvr>
                                      <p:to>
                                        <p:strVal val="visible"/>
                                      </p:to>
                                    </p:set>
                                    <p:anim calcmode="lin" valueType="num">
                                      <p:cBhvr additive="base">
                                        <p:cTn dur="500"/>
                                        <p:tgtEl>
                                          <p:spTgt spid="268"/>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71"/>
                                        </p:tgtEl>
                                        <p:attrNameLst>
                                          <p:attrName>style.visibility</p:attrName>
                                        </p:attrNameLst>
                                      </p:cBhvr>
                                      <p:to>
                                        <p:strVal val="visible"/>
                                      </p:to>
                                    </p:set>
                                    <p:anim calcmode="lin" valueType="num">
                                      <p:cBhvr additive="base">
                                        <p:cTn dur="500"/>
                                        <p:tgtEl>
                                          <p:spTgt spid="271"/>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74"/>
                                        </p:tgtEl>
                                        <p:attrNameLst>
                                          <p:attrName>style.visibility</p:attrName>
                                        </p:attrNameLst>
                                      </p:cBhvr>
                                      <p:to>
                                        <p:strVal val="visible"/>
                                      </p:to>
                                    </p:set>
                                    <p:anim calcmode="lin" valueType="num">
                                      <p:cBhvr additive="base">
                                        <p:cTn dur="500"/>
                                        <p:tgtEl>
                                          <p:spTgt spid="274"/>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83" name="Shape 283"/>
        <p:cNvGrpSpPr/>
        <p:nvPr/>
      </p:nvGrpSpPr>
      <p:grpSpPr>
        <a:xfrm>
          <a:off x="0" y="0"/>
          <a:ext cx="0" cy="0"/>
          <a:chOff x="0" y="0"/>
          <a:chExt cx="0" cy="0"/>
        </a:xfrm>
      </p:grpSpPr>
      <p:sp>
        <p:nvSpPr>
          <p:cNvPr id="284" name="Google Shape;284;p15"/>
          <p:cNvSpPr txBox="1"/>
          <p:nvPr>
            <p:ph type="title"/>
          </p:nvPr>
        </p:nvSpPr>
        <p:spPr>
          <a:xfrm>
            <a:off x="611188" y="519113"/>
            <a:ext cx="7588250" cy="365125"/>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Java OOP terminology</a:t>
            </a:r>
            <a:endParaRPr/>
          </a:p>
        </p:txBody>
      </p:sp>
      <p:sp>
        <p:nvSpPr>
          <p:cNvPr id="285" name="Google Shape;285;p15"/>
          <p:cNvSpPr txBox="1"/>
          <p:nvPr>
            <p:ph idx="1" type="body"/>
          </p:nvPr>
        </p:nvSpPr>
        <p:spPr>
          <a:xfrm>
            <a:off x="838200" y="1905000"/>
            <a:ext cx="8110538" cy="18288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800"/>
              <a:buChar char="●"/>
            </a:pPr>
            <a:r>
              <a:rPr b="0" lang="en-US">
                <a:solidFill>
                  <a:schemeClr val="accent1"/>
                </a:solidFill>
              </a:rPr>
              <a:t>Class</a:t>
            </a:r>
            <a:r>
              <a:rPr lang="en-US"/>
              <a:t> - Category</a:t>
            </a:r>
            <a:endParaRPr>
              <a:solidFill>
                <a:schemeClr val="folHlink"/>
              </a:solidFill>
            </a:endParaRPr>
          </a:p>
          <a:p>
            <a:pPr indent="-285750" lvl="1" marL="742950" rtl="0" algn="l">
              <a:spcBef>
                <a:spcPts val="400"/>
              </a:spcBef>
              <a:spcAft>
                <a:spcPts val="0"/>
              </a:spcAft>
              <a:buSzPts val="2000"/>
              <a:buFont typeface="Times New Roman"/>
              <a:buChar char="•"/>
            </a:pPr>
            <a:r>
              <a:rPr lang="en-US"/>
              <a:t>Properties/states</a:t>
            </a:r>
            <a:endParaRPr/>
          </a:p>
          <a:p>
            <a:pPr indent="-285750" lvl="1" marL="742950" rtl="0" algn="l">
              <a:spcBef>
                <a:spcPts val="400"/>
              </a:spcBef>
              <a:spcAft>
                <a:spcPts val="0"/>
              </a:spcAft>
              <a:buSzPts val="2000"/>
              <a:buFont typeface="Times New Roman"/>
              <a:buChar char="•"/>
            </a:pPr>
            <a:r>
              <a:rPr lang="en-US"/>
              <a:t>Functionality/Services</a:t>
            </a:r>
            <a:br>
              <a:rPr lang="en-US"/>
            </a:br>
            <a:r>
              <a:rPr lang="en-US"/>
              <a:t>(examines/alters state)</a:t>
            </a:r>
            <a:endParaRPr/>
          </a:p>
        </p:txBody>
      </p:sp>
      <p:sp>
        <p:nvSpPr>
          <p:cNvPr id="286" name="Google Shape;286;p15"/>
          <p:cNvSpPr/>
          <p:nvPr/>
        </p:nvSpPr>
        <p:spPr>
          <a:xfrm>
            <a:off x="4953000" y="2286000"/>
            <a:ext cx="1066800" cy="381000"/>
          </a:xfrm>
          <a:prstGeom prst="wedgeRoundRectCallout">
            <a:avLst>
              <a:gd fmla="val -80356" name="adj1"/>
              <a:gd fmla="val 42500" name="adj2"/>
              <a:gd fmla="val 16667" name="adj3"/>
            </a:avLst>
          </a:prstGeom>
          <a:solidFill>
            <a:schemeClr val="accent1"/>
          </a:solidFill>
          <a:ln cap="flat" cmpd="sng" w="9525">
            <a:solidFill>
              <a:schemeClr val="lt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800">
                <a:solidFill>
                  <a:srgbClr val="C00000"/>
                </a:solidFill>
                <a:latin typeface="Verdana"/>
                <a:ea typeface="Verdana"/>
                <a:cs typeface="Verdana"/>
                <a:sym typeface="Verdana"/>
              </a:rPr>
              <a:t>data</a:t>
            </a:r>
            <a:endParaRPr/>
          </a:p>
        </p:txBody>
      </p:sp>
      <p:sp>
        <p:nvSpPr>
          <p:cNvPr id="287" name="Google Shape;287;p15"/>
          <p:cNvSpPr/>
          <p:nvPr/>
        </p:nvSpPr>
        <p:spPr>
          <a:xfrm>
            <a:off x="5791200" y="2819400"/>
            <a:ext cx="1295400" cy="381000"/>
          </a:xfrm>
          <a:prstGeom prst="wedgeRoundRectCallout">
            <a:avLst>
              <a:gd fmla="val -73528" name="adj1"/>
              <a:gd fmla="val 39583" name="adj2"/>
              <a:gd fmla="val 16667" name="adj3"/>
            </a:avLst>
          </a:prstGeom>
          <a:solidFill>
            <a:schemeClr val="accent1"/>
          </a:solidFill>
          <a:ln cap="flat" cmpd="sng" w="9525">
            <a:solidFill>
              <a:schemeClr val="lt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800">
                <a:solidFill>
                  <a:srgbClr val="C00000"/>
                </a:solidFill>
                <a:latin typeface="Verdana"/>
                <a:ea typeface="Verdana"/>
                <a:cs typeface="Verdana"/>
                <a:sym typeface="Verdana"/>
              </a:rPr>
              <a:t>methods</a:t>
            </a:r>
            <a:endParaRPr/>
          </a:p>
        </p:txBody>
      </p:sp>
      <p:sp>
        <p:nvSpPr>
          <p:cNvPr id="288" name="Google Shape;288;p15"/>
          <p:cNvSpPr/>
          <p:nvPr/>
        </p:nvSpPr>
        <p:spPr>
          <a:xfrm>
            <a:off x="838200" y="4038600"/>
            <a:ext cx="8110538" cy="175260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chemeClr val="folHlink"/>
              </a:buClr>
              <a:buSzPts val="1500"/>
              <a:buFont typeface="Noto Sans Symbols"/>
              <a:buChar char="■"/>
            </a:pPr>
            <a:r>
              <a:rPr b="1" lang="en-US" sz="2000">
                <a:solidFill>
                  <a:srgbClr val="FFFF99"/>
                </a:solidFill>
                <a:latin typeface="Verdana"/>
                <a:ea typeface="Verdana"/>
                <a:cs typeface="Verdana"/>
                <a:sym typeface="Verdana"/>
              </a:rPr>
              <a:t>object</a:t>
            </a:r>
            <a:r>
              <a:rPr lang="en-US" sz="2000">
                <a:solidFill>
                  <a:schemeClr val="lt1"/>
                </a:solidFill>
                <a:latin typeface="Verdana"/>
                <a:ea typeface="Verdana"/>
                <a:cs typeface="Verdana"/>
                <a:sym typeface="Verdana"/>
              </a:rPr>
              <a:t> - Individual/unique thing</a:t>
            </a:r>
            <a:br>
              <a:rPr lang="en-US" sz="2000">
                <a:solidFill>
                  <a:schemeClr val="lt1"/>
                </a:solidFill>
                <a:latin typeface="Verdana"/>
                <a:ea typeface="Verdana"/>
                <a:cs typeface="Verdana"/>
                <a:sym typeface="Verdana"/>
              </a:rPr>
            </a:br>
            <a:r>
              <a:rPr lang="en-US" sz="2000">
                <a:solidFill>
                  <a:schemeClr val="lt1"/>
                </a:solidFill>
                <a:latin typeface="Verdana"/>
                <a:ea typeface="Verdana"/>
                <a:cs typeface="Verdana"/>
                <a:sym typeface="Verdana"/>
              </a:rPr>
              <a:t>			</a:t>
            </a:r>
            <a:r>
              <a:rPr i="1" lang="en-US" sz="1800">
                <a:solidFill>
                  <a:schemeClr val="lt1"/>
                </a:solidFill>
                <a:latin typeface="Verdana"/>
                <a:ea typeface="Verdana"/>
                <a:cs typeface="Verdana"/>
                <a:sym typeface="Verdana"/>
              </a:rPr>
              <a:t>(an instance of a class)</a:t>
            </a:r>
            <a:endParaRPr i="1" sz="1800">
              <a:solidFill>
                <a:schemeClr val="folHlink"/>
              </a:solidFill>
              <a:latin typeface="Verdana"/>
              <a:ea typeface="Verdana"/>
              <a:cs typeface="Verdana"/>
              <a:sym typeface="Verdana"/>
            </a:endParaRPr>
          </a:p>
          <a:p>
            <a:pPr indent="-285750" lvl="1" marL="742950" marR="0" rtl="0" algn="l">
              <a:spcBef>
                <a:spcPts val="360"/>
              </a:spcBef>
              <a:spcAft>
                <a:spcPts val="0"/>
              </a:spcAft>
              <a:buClr>
                <a:schemeClr val="folHlink"/>
              </a:buClr>
              <a:buSzPts val="1260"/>
              <a:buFont typeface="Noto Sans Symbols"/>
              <a:buChar char="■"/>
            </a:pPr>
            <a:r>
              <a:rPr b="0" i="0" lang="en-US" sz="1800" u="none" cap="none" strike="noStrike">
                <a:solidFill>
                  <a:schemeClr val="lt1"/>
                </a:solidFill>
                <a:latin typeface="Verdana"/>
                <a:ea typeface="Verdana"/>
                <a:cs typeface="Verdana"/>
                <a:sym typeface="Verdana"/>
              </a:rPr>
              <a:t>Particular value for each property/state</a:t>
            </a:r>
            <a:endParaRPr/>
          </a:p>
          <a:p>
            <a:pPr indent="-285750" lvl="1" marL="742950" marR="0" rtl="0" algn="l">
              <a:spcBef>
                <a:spcPts val="360"/>
              </a:spcBef>
              <a:spcAft>
                <a:spcPts val="0"/>
              </a:spcAft>
              <a:buClr>
                <a:schemeClr val="folHlink"/>
              </a:buClr>
              <a:buSzPts val="1260"/>
              <a:buFont typeface="Noto Sans Symbols"/>
              <a:buChar char="■"/>
            </a:pPr>
            <a:r>
              <a:rPr b="0" i="0" lang="en-US" sz="1800" u="none" cap="none" strike="noStrike">
                <a:solidFill>
                  <a:schemeClr val="lt1"/>
                </a:solidFill>
                <a:latin typeface="Verdana"/>
                <a:ea typeface="Verdana"/>
                <a:cs typeface="Verdana"/>
                <a:sym typeface="Verdana"/>
              </a:rPr>
              <a:t>&amp; functionality of all members of class.</a:t>
            </a:r>
            <a:endParaRPr/>
          </a:p>
          <a:p>
            <a:pPr indent="-190500" lvl="0" marL="342900" marR="0" rtl="0" algn="l">
              <a:spcBef>
                <a:spcPts val="640"/>
              </a:spcBef>
              <a:spcAft>
                <a:spcPts val="0"/>
              </a:spcAft>
              <a:buClr>
                <a:schemeClr val="folHlink"/>
              </a:buClr>
              <a:buSzPts val="2400"/>
              <a:buFont typeface="Noto Sans Symbols"/>
              <a:buNone/>
            </a:pPr>
            <a:r>
              <a:t/>
            </a:r>
            <a:endParaRPr sz="3200">
              <a:solidFill>
                <a:schemeClr val="lt1"/>
              </a:solidFill>
              <a:latin typeface="Verdana"/>
              <a:ea typeface="Verdana"/>
              <a:cs typeface="Verdana"/>
              <a:sym typeface="Verdana"/>
            </a:endParaRPr>
          </a:p>
        </p:txBody>
      </p:sp>
      <p:sp>
        <p:nvSpPr>
          <p:cNvPr id="289" name="Google Shape;289;p15"/>
          <p:cNvSpPr txBox="1"/>
          <p:nvPr>
            <p:ph idx="12" type="sldNum"/>
          </p:nvPr>
        </p:nvSpPr>
        <p:spPr>
          <a:xfrm>
            <a:off x="7092950" y="6248400"/>
            <a:ext cx="1905000" cy="4572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285">
                                            <p:txEl>
                                              <p:pRg end="0" st="0"/>
                                            </p:txEl>
                                          </p:spTgt>
                                        </p:tgtEl>
                                        <p:attrNameLst>
                                          <p:attrName>style.visibility</p:attrName>
                                        </p:attrNameLst>
                                      </p:cBhvr>
                                      <p:to>
                                        <p:strVal val="visible"/>
                                      </p:to>
                                    </p:set>
                                    <p:anim calcmode="lin" valueType="num">
                                      <p:cBhvr additive="base">
                                        <p:cTn dur="500"/>
                                        <p:tgtEl>
                                          <p:spTgt spid="285">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285">
                                            <p:txEl>
                                              <p:pRg end="1" st="1"/>
                                            </p:txEl>
                                          </p:spTgt>
                                        </p:tgtEl>
                                        <p:attrNameLst>
                                          <p:attrName>style.visibility</p:attrName>
                                        </p:attrNameLst>
                                      </p:cBhvr>
                                      <p:to>
                                        <p:strVal val="visible"/>
                                      </p:to>
                                    </p:set>
                                    <p:anim calcmode="lin" valueType="num">
                                      <p:cBhvr additive="base">
                                        <p:cTn dur="500"/>
                                        <p:tgtEl>
                                          <p:spTgt spid="285">
                                            <p:txEl>
                                              <p:pRg end="1" st="1"/>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285">
                                            <p:txEl>
                                              <p:pRg end="2" st="2"/>
                                            </p:txEl>
                                          </p:spTgt>
                                        </p:tgtEl>
                                        <p:attrNameLst>
                                          <p:attrName>style.visibility</p:attrName>
                                        </p:attrNameLst>
                                      </p:cBhvr>
                                      <p:to>
                                        <p:strVal val="visible"/>
                                      </p:to>
                                    </p:set>
                                    <p:anim calcmode="lin" valueType="num">
                                      <p:cBhvr additive="base">
                                        <p:cTn dur="500"/>
                                        <p:tgtEl>
                                          <p:spTgt spid="285">
                                            <p:txEl>
                                              <p:pRg end="2" st="2"/>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288"/>
                                        </p:tgtEl>
                                        <p:attrNameLst>
                                          <p:attrName>style.visibility</p:attrName>
                                        </p:attrNameLst>
                                      </p:cBhvr>
                                      <p:to>
                                        <p:strVal val="visible"/>
                                      </p:to>
                                    </p:set>
                                    <p:anim calcmode="lin" valueType="num">
                                      <p:cBhvr additive="base">
                                        <p:cTn dur="500"/>
                                        <p:tgtEl>
                                          <p:spTgt spid="288"/>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6"/>
                                        </p:tgtEl>
                                        <p:attrNameLst>
                                          <p:attrName>style.visibility</p:attrName>
                                        </p:attrNameLst>
                                      </p:cBhvr>
                                      <p:to>
                                        <p:strVal val="visible"/>
                                      </p:to>
                                    </p:set>
                                    <p:animEffect filter="fade" transition="in">
                                      <p:cBhvr>
                                        <p:cTn dur="500"/>
                                        <p:tgtEl>
                                          <p:spTgt spid="28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7"/>
                                        </p:tgtEl>
                                        <p:attrNameLst>
                                          <p:attrName>style.visibility</p:attrName>
                                        </p:attrNameLst>
                                      </p:cBhvr>
                                      <p:to>
                                        <p:strVal val="visible"/>
                                      </p:to>
                                    </p:set>
                                    <p:animEffect filter="fade" transition="in">
                                      <p:cBhvr>
                                        <p:cTn dur="500"/>
                                        <p:tgtEl>
                                          <p:spTgt spid="28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dk2"/>
        </a:solidFill>
      </p:bgPr>
    </p:bg>
    <p:spTree>
      <p:nvGrpSpPr>
        <p:cNvPr id="294" name="Shape 294"/>
        <p:cNvGrpSpPr/>
        <p:nvPr/>
      </p:nvGrpSpPr>
      <p:grpSpPr>
        <a:xfrm>
          <a:off x="0" y="0"/>
          <a:ext cx="0" cy="0"/>
          <a:chOff x="0" y="0"/>
          <a:chExt cx="0" cy="0"/>
        </a:xfrm>
      </p:grpSpPr>
      <p:sp>
        <p:nvSpPr>
          <p:cNvPr id="295" name="Google Shape;295;p16"/>
          <p:cNvSpPr txBox="1"/>
          <p:nvPr>
            <p:ph type="title"/>
          </p:nvPr>
        </p:nvSpPr>
        <p:spPr>
          <a:xfrm>
            <a:off x="611188" y="519113"/>
            <a:ext cx="7588250" cy="365125"/>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Java OOP Software</a:t>
            </a:r>
            <a:endParaRPr/>
          </a:p>
        </p:txBody>
      </p:sp>
      <p:sp>
        <p:nvSpPr>
          <p:cNvPr id="296" name="Google Shape;296;p16"/>
          <p:cNvSpPr txBox="1"/>
          <p:nvPr>
            <p:ph idx="1" type="body"/>
          </p:nvPr>
        </p:nvSpPr>
        <p:spPr>
          <a:xfrm>
            <a:off x="609600" y="1266825"/>
            <a:ext cx="8305800" cy="4905375"/>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800"/>
              <a:buChar char="●"/>
            </a:pPr>
            <a:r>
              <a:rPr lang="en-US"/>
              <a:t>Software System</a:t>
            </a:r>
            <a:endParaRPr/>
          </a:p>
          <a:p>
            <a:pPr indent="-285750" lvl="1" marL="742950" rtl="0" algn="l">
              <a:spcBef>
                <a:spcPts val="400"/>
              </a:spcBef>
              <a:spcAft>
                <a:spcPts val="0"/>
              </a:spcAft>
              <a:buSzPts val="2000"/>
              <a:buFont typeface="Times New Roman"/>
              <a:buChar char="•"/>
            </a:pPr>
            <a:r>
              <a:rPr lang="en-US"/>
              <a:t>Set of objects </a:t>
            </a:r>
            <a:endParaRPr/>
          </a:p>
          <a:p>
            <a:pPr indent="-285750" lvl="1" marL="742950" rtl="0" algn="l">
              <a:spcBef>
                <a:spcPts val="400"/>
              </a:spcBef>
              <a:spcAft>
                <a:spcPts val="0"/>
              </a:spcAft>
              <a:buSzPts val="2000"/>
              <a:buFont typeface="Times New Roman"/>
              <a:buChar char="•"/>
            </a:pPr>
            <a:r>
              <a:rPr lang="en-US"/>
              <a:t>Which interact with each other</a:t>
            </a:r>
            <a:endParaRPr/>
          </a:p>
        </p:txBody>
      </p:sp>
      <p:sp>
        <p:nvSpPr>
          <p:cNvPr id="297" name="Google Shape;297;p16"/>
          <p:cNvSpPr/>
          <p:nvPr/>
        </p:nvSpPr>
        <p:spPr>
          <a:xfrm>
            <a:off x="762000" y="2895600"/>
            <a:ext cx="5486400" cy="1905000"/>
          </a:xfrm>
          <a:prstGeom prst="wedgeRoundRectCallout">
            <a:avLst>
              <a:gd fmla="val 4343" name="adj1"/>
              <a:gd fmla="val -60917" name="adj2"/>
              <a:gd fmla="val 16667" name="adj3"/>
            </a:avLst>
          </a:prstGeom>
          <a:solidFill>
            <a:schemeClr val="accent1"/>
          </a:solidFill>
          <a:ln cap="flat" cmpd="sng" w="9525">
            <a:solidFill>
              <a:schemeClr val="lt1"/>
            </a:solidFill>
            <a:prstDash val="solid"/>
            <a:miter lim="800000"/>
            <a:headEnd len="sm" w="sm" type="none"/>
            <a:tailEnd len="sm" w="sm" type="none"/>
          </a:ln>
        </p:spPr>
        <p:txBody>
          <a:bodyPr anchorCtr="0" anchor="t" bIns="36000" lIns="18000" spcFirstLastPara="1" rIns="18000" wrap="square" tIns="36000">
            <a:noAutofit/>
          </a:bodyPr>
          <a:lstStyle/>
          <a:p>
            <a:pPr indent="0" lvl="0" marL="0" marR="0" rtl="0" algn="ctr">
              <a:spcBef>
                <a:spcPts val="0"/>
              </a:spcBef>
              <a:spcAft>
                <a:spcPts val="0"/>
              </a:spcAft>
              <a:buNone/>
            </a:pPr>
            <a:r>
              <a:rPr lang="en-US" sz="1600">
                <a:solidFill>
                  <a:schemeClr val="dk1"/>
                </a:solidFill>
                <a:latin typeface="Verdana"/>
                <a:ea typeface="Verdana"/>
                <a:cs typeface="Verdana"/>
                <a:sym typeface="Verdana"/>
              </a:rPr>
              <a:t>One object will send a message to another object asking it to do a particular task. The first object does not need to know how the task is done (only how to request that it be done.)</a:t>
            </a:r>
            <a:endParaRPr/>
          </a:p>
          <a:p>
            <a:pPr indent="0" lvl="0" marL="0" marR="0" rtl="0" algn="ctr">
              <a:spcBef>
                <a:spcPts val="0"/>
              </a:spcBef>
              <a:spcAft>
                <a:spcPts val="0"/>
              </a:spcAft>
              <a:buNone/>
            </a:pPr>
            <a:r>
              <a:t/>
            </a:r>
            <a:endParaRPr sz="1600">
              <a:solidFill>
                <a:schemeClr val="dk1"/>
              </a:solidFill>
              <a:latin typeface="Verdana"/>
              <a:ea typeface="Verdana"/>
              <a:cs typeface="Verdana"/>
              <a:sym typeface="Verdana"/>
            </a:endParaRPr>
          </a:p>
          <a:p>
            <a:pPr indent="0" lvl="0" marL="0" marR="0" rtl="0" algn="ctr">
              <a:spcBef>
                <a:spcPts val="0"/>
              </a:spcBef>
              <a:spcAft>
                <a:spcPts val="0"/>
              </a:spcAft>
              <a:buNone/>
            </a:pPr>
            <a:r>
              <a:rPr lang="en-US" sz="1600">
                <a:solidFill>
                  <a:schemeClr val="dk1"/>
                </a:solidFill>
                <a:latin typeface="Verdana"/>
                <a:ea typeface="Verdana"/>
                <a:cs typeface="Verdana"/>
                <a:sym typeface="Verdana"/>
              </a:rPr>
              <a:t>This corresponds to calling one of the </a:t>
            </a:r>
            <a:br>
              <a:rPr lang="en-US" sz="1600">
                <a:solidFill>
                  <a:schemeClr val="dk1"/>
                </a:solidFill>
                <a:latin typeface="Verdana"/>
                <a:ea typeface="Verdana"/>
                <a:cs typeface="Verdana"/>
                <a:sym typeface="Verdana"/>
              </a:rPr>
            </a:br>
            <a:r>
              <a:rPr lang="en-US" sz="1600">
                <a:solidFill>
                  <a:schemeClr val="dk1"/>
                </a:solidFill>
                <a:latin typeface="Verdana"/>
                <a:ea typeface="Verdana"/>
                <a:cs typeface="Verdana"/>
                <a:sym typeface="Verdana"/>
              </a:rPr>
              <a:t>second object’s methods!</a:t>
            </a:r>
            <a:endParaRPr/>
          </a:p>
        </p:txBody>
      </p:sp>
      <p:sp>
        <p:nvSpPr>
          <p:cNvPr id="298" name="Google Shape;298;p16"/>
          <p:cNvSpPr/>
          <p:nvPr/>
        </p:nvSpPr>
        <p:spPr>
          <a:xfrm>
            <a:off x="4191000" y="1295400"/>
            <a:ext cx="3048000" cy="685800"/>
          </a:xfrm>
          <a:prstGeom prst="wedgeRoundRectCallout">
            <a:avLst>
              <a:gd fmla="val -81667" name="adj1"/>
              <a:gd fmla="val 35880" name="adj2"/>
              <a:gd fmla="val 16667" name="adj3"/>
            </a:avLst>
          </a:prstGeom>
          <a:solidFill>
            <a:schemeClr val="accent1"/>
          </a:solidFill>
          <a:ln cap="flat" cmpd="sng" w="9525">
            <a:solidFill>
              <a:schemeClr val="lt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Verdana"/>
                <a:ea typeface="Verdana"/>
                <a:cs typeface="Verdana"/>
                <a:sym typeface="Verdana"/>
              </a:rPr>
              <a:t>Created (instantiated) from class definitions</a:t>
            </a:r>
            <a:endParaRPr/>
          </a:p>
        </p:txBody>
      </p:sp>
      <p:sp>
        <p:nvSpPr>
          <p:cNvPr id="299" name="Google Shape;299;p16"/>
          <p:cNvSpPr/>
          <p:nvPr/>
        </p:nvSpPr>
        <p:spPr>
          <a:xfrm>
            <a:off x="7010400" y="3657600"/>
            <a:ext cx="914400" cy="914400"/>
          </a:xfrm>
          <a:prstGeom prst="rect">
            <a:avLst/>
          </a:prstGeom>
          <a:solidFill>
            <a:schemeClr val="accent1"/>
          </a:solidFill>
          <a:ln cap="flat" cmpd="sng" w="9525">
            <a:solidFill>
              <a:schemeClr val="folHlink"/>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000">
                <a:solidFill>
                  <a:schemeClr val="folHlink"/>
                </a:solidFill>
                <a:latin typeface="Verdana"/>
                <a:ea typeface="Verdana"/>
                <a:cs typeface="Verdana"/>
                <a:sym typeface="Verdana"/>
              </a:rPr>
              <a:t>Person</a:t>
            </a:r>
            <a:endParaRPr/>
          </a:p>
        </p:txBody>
      </p:sp>
      <p:grpSp>
        <p:nvGrpSpPr>
          <p:cNvPr id="300" name="Google Shape;300;p16"/>
          <p:cNvGrpSpPr/>
          <p:nvPr/>
        </p:nvGrpSpPr>
        <p:grpSpPr>
          <a:xfrm>
            <a:off x="6324600" y="4572000"/>
            <a:ext cx="1066800" cy="1371600"/>
            <a:chOff x="3984" y="2880"/>
            <a:chExt cx="672" cy="864"/>
          </a:xfrm>
        </p:grpSpPr>
        <p:cxnSp>
          <p:nvCxnSpPr>
            <p:cNvPr id="301" name="Google Shape;301;p16"/>
            <p:cNvCxnSpPr/>
            <p:nvPr/>
          </p:nvCxnSpPr>
          <p:spPr>
            <a:xfrm flipH="1">
              <a:off x="4320" y="2880"/>
              <a:ext cx="288" cy="336"/>
            </a:xfrm>
            <a:prstGeom prst="straightConnector1">
              <a:avLst/>
            </a:prstGeom>
            <a:noFill/>
            <a:ln cap="flat" cmpd="sng" w="9525">
              <a:solidFill>
                <a:schemeClr val="folHlink"/>
              </a:solidFill>
              <a:prstDash val="dash"/>
              <a:miter lim="800000"/>
              <a:headEnd len="med" w="med" type="none"/>
              <a:tailEnd len="med" w="med" type="triangle"/>
            </a:ln>
          </p:spPr>
        </p:cxnSp>
        <p:sp>
          <p:nvSpPr>
            <p:cNvPr id="302" name="Google Shape;302;p16"/>
            <p:cNvSpPr/>
            <p:nvPr/>
          </p:nvSpPr>
          <p:spPr>
            <a:xfrm>
              <a:off x="3984" y="3216"/>
              <a:ext cx="672" cy="528"/>
            </a:xfrm>
            <a:prstGeom prst="roundRect">
              <a:avLst>
                <a:gd fmla="val 16667" name="adj"/>
              </a:avLst>
            </a:prstGeom>
            <a:solidFill>
              <a:schemeClr val="accent1"/>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000">
                  <a:solidFill>
                    <a:srgbClr val="FF0000"/>
                  </a:solidFill>
                  <a:latin typeface="Verdana"/>
                  <a:ea typeface="Verdana"/>
                  <a:cs typeface="Verdana"/>
                  <a:sym typeface="Verdana"/>
                </a:rPr>
                <a:t>Riti</a:t>
              </a:r>
              <a:endParaRPr sz="2000">
                <a:solidFill>
                  <a:srgbClr val="FF0000"/>
                </a:solidFill>
                <a:latin typeface="Verdana"/>
                <a:ea typeface="Verdana"/>
                <a:cs typeface="Verdana"/>
                <a:sym typeface="Verdana"/>
              </a:endParaRPr>
            </a:p>
          </p:txBody>
        </p:sp>
      </p:grpSp>
      <p:grpSp>
        <p:nvGrpSpPr>
          <p:cNvPr id="303" name="Google Shape;303;p16"/>
          <p:cNvGrpSpPr/>
          <p:nvPr/>
        </p:nvGrpSpPr>
        <p:grpSpPr>
          <a:xfrm>
            <a:off x="7524198" y="4572000"/>
            <a:ext cx="1428750" cy="1485900"/>
            <a:chOff x="4740" y="2880"/>
            <a:chExt cx="900" cy="936"/>
          </a:xfrm>
        </p:grpSpPr>
        <p:cxnSp>
          <p:nvCxnSpPr>
            <p:cNvPr id="304" name="Google Shape;304;p16"/>
            <p:cNvCxnSpPr/>
            <p:nvPr/>
          </p:nvCxnSpPr>
          <p:spPr>
            <a:xfrm>
              <a:off x="4848" y="2880"/>
              <a:ext cx="240" cy="336"/>
            </a:xfrm>
            <a:prstGeom prst="straightConnector1">
              <a:avLst/>
            </a:prstGeom>
            <a:noFill/>
            <a:ln cap="flat" cmpd="sng" w="9525">
              <a:solidFill>
                <a:schemeClr val="folHlink"/>
              </a:solidFill>
              <a:prstDash val="dash"/>
              <a:miter lim="800000"/>
              <a:headEnd len="med" w="med" type="none"/>
              <a:tailEnd len="med" w="med" type="triangle"/>
            </a:ln>
          </p:spPr>
        </p:cxnSp>
        <p:sp>
          <p:nvSpPr>
            <p:cNvPr id="305" name="Google Shape;305;p16"/>
            <p:cNvSpPr/>
            <p:nvPr/>
          </p:nvSpPr>
          <p:spPr>
            <a:xfrm>
              <a:off x="4740" y="3216"/>
              <a:ext cx="900" cy="600"/>
            </a:xfrm>
            <a:prstGeom prst="roundRect">
              <a:avLst>
                <a:gd fmla="val 16667" name="adj"/>
              </a:avLst>
            </a:prstGeom>
            <a:solidFill>
              <a:schemeClr val="accent1"/>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000">
                  <a:solidFill>
                    <a:srgbClr val="FF0000"/>
                  </a:solidFill>
                  <a:latin typeface="Verdana"/>
                  <a:ea typeface="Verdana"/>
                  <a:cs typeface="Verdana"/>
                  <a:sym typeface="Verdana"/>
                </a:rPr>
                <a:t>Summa</a:t>
              </a:r>
              <a:endParaRPr sz="2000">
                <a:solidFill>
                  <a:srgbClr val="FF0000"/>
                </a:solidFill>
                <a:latin typeface="Verdana"/>
                <a:ea typeface="Verdana"/>
                <a:cs typeface="Verdana"/>
                <a:sym typeface="Verdana"/>
              </a:endParaRPr>
            </a:p>
          </p:txBody>
        </p:sp>
      </p:grpSp>
      <p:sp>
        <p:nvSpPr>
          <p:cNvPr id="306" name="Google Shape;306;p16"/>
          <p:cNvSpPr/>
          <p:nvPr/>
        </p:nvSpPr>
        <p:spPr>
          <a:xfrm>
            <a:off x="7848600" y="6248400"/>
            <a:ext cx="1295400" cy="304800"/>
          </a:xfrm>
          <a:prstGeom prst="wedgeRoundRectCallout">
            <a:avLst>
              <a:gd fmla="val 5611" name="adj1"/>
              <a:gd fmla="val -114583" name="adj2"/>
              <a:gd fmla="val 16667" name="adj3"/>
            </a:avLst>
          </a:prstGeom>
          <a:solidFill>
            <a:schemeClr val="accent1"/>
          </a:solidFill>
          <a:ln cap="flat" cmpd="sng" w="9525">
            <a:solidFill>
              <a:schemeClr val="lt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Verdana"/>
                <a:ea typeface="Verdana"/>
                <a:cs typeface="Verdana"/>
                <a:sym typeface="Verdana"/>
              </a:rPr>
              <a:t>“</a:t>
            </a:r>
            <a:r>
              <a:rPr lang="en-US">
                <a:solidFill>
                  <a:schemeClr val="dk1"/>
                </a:solidFill>
                <a:latin typeface="Verdana"/>
                <a:ea typeface="Verdana"/>
                <a:cs typeface="Verdana"/>
                <a:sym typeface="Verdana"/>
              </a:rPr>
              <a:t>Summa</a:t>
            </a:r>
            <a:r>
              <a:rPr lang="en-US" sz="1400">
                <a:solidFill>
                  <a:schemeClr val="dk1"/>
                </a:solidFill>
                <a:latin typeface="Verdana"/>
                <a:ea typeface="Verdana"/>
                <a:cs typeface="Verdana"/>
                <a:sym typeface="Verdana"/>
              </a:rPr>
              <a:t>”</a:t>
            </a:r>
            <a:endParaRPr sz="1400">
              <a:solidFill>
                <a:schemeClr val="dk1"/>
              </a:solidFill>
              <a:latin typeface="Verdana"/>
              <a:ea typeface="Verdana"/>
              <a:cs typeface="Verdana"/>
              <a:sym typeface="Verdana"/>
            </a:endParaRPr>
          </a:p>
        </p:txBody>
      </p:sp>
      <p:sp>
        <p:nvSpPr>
          <p:cNvPr id="307" name="Google Shape;307;p16"/>
          <p:cNvSpPr/>
          <p:nvPr/>
        </p:nvSpPr>
        <p:spPr>
          <a:xfrm>
            <a:off x="4800600" y="6248400"/>
            <a:ext cx="2514600" cy="304800"/>
          </a:xfrm>
          <a:prstGeom prst="wedgeRoundRectCallout">
            <a:avLst>
              <a:gd fmla="val 39144" name="adj1"/>
              <a:gd fmla="val -121356" name="adj2"/>
              <a:gd fmla="val 16667" name="adj3"/>
            </a:avLst>
          </a:prstGeom>
          <a:solidFill>
            <a:schemeClr val="accent1"/>
          </a:solidFill>
          <a:ln cap="flat" cmpd="sng" w="9525">
            <a:solidFill>
              <a:schemeClr val="lt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Verdana"/>
                <a:ea typeface="Verdana"/>
                <a:cs typeface="Verdana"/>
                <a:sym typeface="Verdana"/>
              </a:rPr>
              <a:t>R</a:t>
            </a:r>
            <a:r>
              <a:rPr lang="en-US">
                <a:solidFill>
                  <a:schemeClr val="dk1"/>
                </a:solidFill>
                <a:latin typeface="Verdana"/>
                <a:ea typeface="Verdana"/>
                <a:cs typeface="Verdana"/>
                <a:sym typeface="Verdana"/>
              </a:rPr>
              <a:t>iti</a:t>
            </a:r>
            <a:r>
              <a:rPr lang="en-US" sz="1400">
                <a:solidFill>
                  <a:schemeClr val="dk1"/>
                </a:solidFill>
                <a:latin typeface="Verdana"/>
                <a:ea typeface="Verdana"/>
                <a:cs typeface="Verdana"/>
                <a:sym typeface="Verdana"/>
              </a:rPr>
              <a:t>: Say your name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298"/>
                                        </p:tgtEl>
                                        <p:attrNameLst>
                                          <p:attrName>style.visibility</p:attrName>
                                        </p:attrNameLst>
                                      </p:cBhvr>
                                      <p:to>
                                        <p:strVal val="visible"/>
                                      </p:to>
                                    </p:set>
                                    <p:anim calcmode="lin" valueType="num">
                                      <p:cBhvr additive="base">
                                        <p:cTn dur="500"/>
                                        <p:tgtEl>
                                          <p:spTgt spid="298"/>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297"/>
                                        </p:tgtEl>
                                        <p:attrNameLst>
                                          <p:attrName>style.visibility</p:attrName>
                                        </p:attrNameLst>
                                      </p:cBhvr>
                                      <p:to>
                                        <p:strVal val="visible"/>
                                      </p:to>
                                    </p:set>
                                    <p:anim calcmode="lin" valueType="num">
                                      <p:cBhvr additive="base">
                                        <p:cTn dur="500"/>
                                        <p:tgtEl>
                                          <p:spTgt spid="297"/>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299"/>
                                        </p:tgtEl>
                                        <p:attrNameLst>
                                          <p:attrName>style.visibility</p:attrName>
                                        </p:attrNameLst>
                                      </p:cBhvr>
                                      <p:to>
                                        <p:strVal val="visible"/>
                                      </p:to>
                                    </p:set>
                                    <p:anim calcmode="lin" valueType="num">
                                      <p:cBhvr additive="base">
                                        <p:cTn dur="500"/>
                                        <p:tgtEl>
                                          <p:spTgt spid="299"/>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0"/>
                                        </p:tgtEl>
                                        <p:attrNameLst>
                                          <p:attrName>style.visibility</p:attrName>
                                        </p:attrNameLst>
                                      </p:cBhvr>
                                      <p:to>
                                        <p:strVal val="visible"/>
                                      </p:to>
                                    </p:set>
                                    <p:animEffect filter="fade" transition="in">
                                      <p:cBhvr>
                                        <p:cTn dur="500"/>
                                        <p:tgtEl>
                                          <p:spTgt spid="30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3"/>
                                        </p:tgtEl>
                                        <p:attrNameLst>
                                          <p:attrName>style.visibility</p:attrName>
                                        </p:attrNameLst>
                                      </p:cBhvr>
                                      <p:to>
                                        <p:strVal val="visible"/>
                                      </p:to>
                                    </p:set>
                                    <p:animEffect filter="fade" transition="in">
                                      <p:cBhvr>
                                        <p:cTn dur="500"/>
                                        <p:tgtEl>
                                          <p:spTgt spid="30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7"/>
                                        </p:tgtEl>
                                        <p:attrNameLst>
                                          <p:attrName>style.visibility</p:attrName>
                                        </p:attrNameLst>
                                      </p:cBhvr>
                                      <p:to>
                                        <p:strVal val="visible"/>
                                      </p:to>
                                    </p:set>
                                    <p:animEffect filter="fade" transition="in">
                                      <p:cBhvr>
                                        <p:cTn dur="500"/>
                                        <p:tgtEl>
                                          <p:spTgt spid="30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6"/>
                                        </p:tgtEl>
                                        <p:attrNameLst>
                                          <p:attrName>style.visibility</p:attrName>
                                        </p:attrNameLst>
                                      </p:cBhvr>
                                      <p:to>
                                        <p:strVal val="visible"/>
                                      </p:to>
                                    </p:set>
                                    <p:animEffect filter="fade" transition="in">
                                      <p:cBhvr>
                                        <p:cTn dur="500"/>
                                        <p:tgtEl>
                                          <p:spTgt spid="30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11" name="Shape 311"/>
        <p:cNvGrpSpPr/>
        <p:nvPr/>
      </p:nvGrpSpPr>
      <p:grpSpPr>
        <a:xfrm>
          <a:off x="0" y="0"/>
          <a:ext cx="0" cy="0"/>
          <a:chOff x="0" y="0"/>
          <a:chExt cx="0" cy="0"/>
        </a:xfrm>
      </p:grpSpPr>
      <p:sp>
        <p:nvSpPr>
          <p:cNvPr id="312" name="Google Shape;312;p17"/>
          <p:cNvSpPr txBox="1"/>
          <p:nvPr>
            <p:ph idx="12" type="sldNum"/>
          </p:nvPr>
        </p:nvSpPr>
        <p:spPr>
          <a:xfrm>
            <a:off x="7092950" y="6248400"/>
            <a:ext cx="1905000" cy="4572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13" name="Google Shape;313;p17"/>
          <p:cNvSpPr txBox="1"/>
          <p:nvPr>
            <p:ph type="title"/>
          </p:nvPr>
        </p:nvSpPr>
        <p:spPr>
          <a:xfrm>
            <a:off x="611188" y="198438"/>
            <a:ext cx="7588250" cy="685800"/>
          </a:xfrm>
          <a:prstGeom prst="rect">
            <a:avLst/>
          </a:prstGeom>
          <a:noFill/>
          <a:ln>
            <a:noFill/>
          </a:ln>
        </p:spPr>
        <p:txBody>
          <a:bodyPr anchorCtr="0" anchor="ctr" bIns="46025" lIns="92075" spcFirstLastPara="1" rIns="92075" wrap="square" tIns="46025">
            <a:noAutofit/>
          </a:bodyPr>
          <a:lstStyle/>
          <a:p>
            <a:pPr indent="0" lvl="0" marL="0" rtl="0" algn="l">
              <a:spcBef>
                <a:spcPts val="0"/>
              </a:spcBef>
              <a:spcAft>
                <a:spcPts val="0"/>
              </a:spcAft>
              <a:buNone/>
            </a:pPr>
            <a:r>
              <a:rPr lang="en-US"/>
              <a:t>Abstraction</a:t>
            </a:r>
            <a:endParaRPr/>
          </a:p>
        </p:txBody>
      </p:sp>
      <p:sp>
        <p:nvSpPr>
          <p:cNvPr id="314" name="Google Shape;314;p17"/>
          <p:cNvSpPr txBox="1"/>
          <p:nvPr>
            <p:ph idx="1" type="body"/>
          </p:nvPr>
        </p:nvSpPr>
        <p:spPr>
          <a:xfrm>
            <a:off x="609600" y="1143000"/>
            <a:ext cx="7923213" cy="2743200"/>
          </a:xfrm>
          <a:prstGeom prst="rect">
            <a:avLst/>
          </a:prstGeom>
          <a:noFill/>
          <a:ln>
            <a:noFill/>
          </a:ln>
        </p:spPr>
        <p:txBody>
          <a:bodyPr anchorCtr="0" anchor="t" bIns="46025" lIns="92075" spcFirstLastPara="1" rIns="92075" wrap="square" tIns="46025">
            <a:noAutofit/>
          </a:bodyPr>
          <a:lstStyle/>
          <a:p>
            <a:pPr indent="-342900" lvl="0" marL="342900" rtl="0" algn="l">
              <a:spcBef>
                <a:spcPts val="0"/>
              </a:spcBef>
              <a:spcAft>
                <a:spcPts val="0"/>
              </a:spcAft>
              <a:buSzPts val="1800"/>
              <a:buChar char="●"/>
            </a:pPr>
            <a:r>
              <a:rPr lang="en-US"/>
              <a:t>An </a:t>
            </a:r>
            <a:r>
              <a:rPr i="1" lang="en-US"/>
              <a:t>abstraction</a:t>
            </a:r>
            <a:r>
              <a:rPr lang="en-US"/>
              <a:t> hides (or ignores) unnecessary details </a:t>
            </a:r>
            <a:endParaRPr/>
          </a:p>
          <a:p>
            <a:pPr indent="-342900" lvl="0" marL="342900" rtl="0" algn="l">
              <a:spcBef>
                <a:spcPts val="480"/>
              </a:spcBef>
              <a:spcAft>
                <a:spcPts val="0"/>
              </a:spcAft>
              <a:buSzPts val="1800"/>
              <a:buChar char="●"/>
            </a:pPr>
            <a:r>
              <a:rPr lang="en-US"/>
              <a:t>denotes the essential properties of an object</a:t>
            </a:r>
            <a:endParaRPr/>
          </a:p>
          <a:p>
            <a:pPr indent="-342900" lvl="0" marL="342900" rtl="0" algn="l">
              <a:spcBef>
                <a:spcPts val="480"/>
              </a:spcBef>
              <a:spcAft>
                <a:spcPts val="0"/>
              </a:spcAft>
              <a:buSzPts val="1800"/>
              <a:buChar char="●"/>
            </a:pPr>
            <a:r>
              <a:rPr lang="en-US"/>
              <a:t>One of the fundamental ways in which we handle complexity</a:t>
            </a:r>
            <a:endParaRPr sz="2000"/>
          </a:p>
          <a:p>
            <a:pPr indent="-342900" lvl="0" marL="342900" rtl="0" algn="l">
              <a:spcBef>
                <a:spcPts val="480"/>
              </a:spcBef>
              <a:spcAft>
                <a:spcPts val="0"/>
              </a:spcAft>
              <a:buSzPts val="1800"/>
              <a:buChar char="●"/>
            </a:pPr>
            <a:r>
              <a:rPr lang="en-US"/>
              <a:t>Objects are abstractions of real world entities</a:t>
            </a:r>
            <a:endParaRPr/>
          </a:p>
          <a:p>
            <a:pPr indent="-342900" lvl="0" marL="342900" rtl="0" algn="l">
              <a:spcBef>
                <a:spcPts val="480"/>
              </a:spcBef>
              <a:spcAft>
                <a:spcPts val="0"/>
              </a:spcAft>
              <a:buSzPts val="1800"/>
              <a:buChar char="●"/>
            </a:pPr>
            <a:r>
              <a:rPr lang="en-US"/>
              <a:t>Programming goal: choose the right abstractions</a:t>
            </a:r>
            <a:endParaRPr/>
          </a:p>
        </p:txBody>
      </p:sp>
      <p:pic>
        <p:nvPicPr>
          <p:cNvPr id="315" name="Google Shape;315;p17"/>
          <p:cNvPicPr preferRelativeResize="0"/>
          <p:nvPr>
            <p:ph idx="2" type="body"/>
          </p:nvPr>
        </p:nvPicPr>
        <p:blipFill rotWithShape="1">
          <a:blip r:embed="rId3">
            <a:alphaModFix/>
          </a:blip>
          <a:srcRect b="0" l="0" r="0" t="0"/>
          <a:stretch/>
        </p:blipFill>
        <p:spPr>
          <a:xfrm>
            <a:off x="990600" y="4114800"/>
            <a:ext cx="2449513" cy="1606550"/>
          </a:xfrm>
          <a:prstGeom prst="rect">
            <a:avLst/>
          </a:prstGeom>
          <a:noFill/>
          <a:ln>
            <a:noFill/>
          </a:ln>
        </p:spPr>
      </p:pic>
      <p:grpSp>
        <p:nvGrpSpPr>
          <p:cNvPr id="316" name="Google Shape;316;p17"/>
          <p:cNvGrpSpPr/>
          <p:nvPr/>
        </p:nvGrpSpPr>
        <p:grpSpPr>
          <a:xfrm>
            <a:off x="3708400" y="3789363"/>
            <a:ext cx="5421324" cy="1096962"/>
            <a:chOff x="2336" y="2387"/>
            <a:chExt cx="3415" cy="691"/>
          </a:xfrm>
        </p:grpSpPr>
        <p:sp>
          <p:nvSpPr>
            <p:cNvPr id="317" name="Google Shape;317;p17"/>
            <p:cNvSpPr/>
            <p:nvPr/>
          </p:nvSpPr>
          <p:spPr>
            <a:xfrm>
              <a:off x="2336" y="2659"/>
              <a:ext cx="1315" cy="363"/>
            </a:xfrm>
            <a:prstGeom prst="rightArrow">
              <a:avLst>
                <a:gd fmla="val 50000" name="adj1"/>
                <a:gd fmla="val 90565" name="adj2"/>
              </a:avLst>
            </a:prstGeom>
            <a:solidFill>
              <a:srgbClr val="FF3300"/>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spAutoFit/>
            </a:bodyPr>
            <a:lstStyle/>
            <a:p>
              <a:pPr indent="0" lvl="0" marL="0" marR="0" rtl="0" algn="ctr">
                <a:spcBef>
                  <a:spcPts val="0"/>
                </a:spcBef>
                <a:spcAft>
                  <a:spcPts val="0"/>
                </a:spcAft>
                <a:buNone/>
              </a:pPr>
              <a:r>
                <a:t/>
              </a:r>
              <a:endParaRPr sz="2400">
                <a:solidFill>
                  <a:schemeClr val="lt1"/>
                </a:solidFill>
                <a:latin typeface="Times New Roman"/>
                <a:ea typeface="Times New Roman"/>
                <a:cs typeface="Times New Roman"/>
                <a:sym typeface="Times New Roman"/>
              </a:endParaRPr>
            </a:p>
          </p:txBody>
        </p:sp>
        <p:sp>
          <p:nvSpPr>
            <p:cNvPr id="318" name="Google Shape;318;p17"/>
            <p:cNvSpPr txBox="1"/>
            <p:nvPr/>
          </p:nvSpPr>
          <p:spPr>
            <a:xfrm>
              <a:off x="2336" y="2387"/>
              <a:ext cx="1011" cy="288"/>
            </a:xfrm>
            <a:prstGeom prst="rect">
              <a:avLst/>
            </a:prstGeom>
            <a:noFill/>
            <a:ln>
              <a:noFill/>
            </a:ln>
          </p:spPr>
          <p:txBody>
            <a:bodyPr anchorCtr="1" anchor="t" bIns="45700" lIns="91425" spcFirstLastPara="1" rIns="91425" wrap="square" tIns="45700">
              <a:spAutoFit/>
            </a:bodyPr>
            <a:lstStyle/>
            <a:p>
              <a:pPr indent="0" lvl="0" marL="0" marR="0" rtl="0" algn="ctr">
                <a:spcBef>
                  <a:spcPts val="0"/>
                </a:spcBef>
                <a:spcAft>
                  <a:spcPts val="0"/>
                </a:spcAft>
                <a:buNone/>
              </a:pPr>
              <a:r>
                <a:rPr lang="en-US" sz="2400">
                  <a:solidFill>
                    <a:schemeClr val="lt1"/>
                  </a:solidFill>
                  <a:latin typeface="Times New Roman"/>
                  <a:ea typeface="Times New Roman"/>
                  <a:cs typeface="Times New Roman"/>
                  <a:sym typeface="Times New Roman"/>
                </a:rPr>
                <a:t>Abstraction</a:t>
              </a:r>
              <a:endParaRPr/>
            </a:p>
          </p:txBody>
        </p:sp>
        <p:sp>
          <p:nvSpPr>
            <p:cNvPr id="319" name="Google Shape;319;p17"/>
            <p:cNvSpPr txBox="1"/>
            <p:nvPr/>
          </p:nvSpPr>
          <p:spPr>
            <a:xfrm>
              <a:off x="3651" y="2478"/>
              <a:ext cx="2100" cy="600"/>
            </a:xfrm>
            <a:prstGeom prst="rect">
              <a:avLst/>
            </a:prstGeom>
            <a:solidFill>
              <a:schemeClr val="accent1"/>
            </a:solidFill>
            <a:ln>
              <a:noFill/>
            </a:ln>
          </p:spPr>
          <p:txBody>
            <a:bodyPr anchorCtr="1" anchor="t" bIns="45700" lIns="91425" spcFirstLastPara="1" rIns="91425" wrap="square" tIns="45700">
              <a:spAutoFit/>
            </a:bodyPr>
            <a:lstStyle/>
            <a:p>
              <a:pPr indent="0" lvl="0" marL="0" marR="0" rtl="0" algn="l">
                <a:spcBef>
                  <a:spcPts val="0"/>
                </a:spcBef>
                <a:spcAft>
                  <a:spcPts val="0"/>
                </a:spcAft>
                <a:buNone/>
              </a:pPr>
              <a:r>
                <a:rPr lang="en-US" sz="2000">
                  <a:solidFill>
                    <a:srgbClr val="000066"/>
                  </a:solidFill>
                  <a:latin typeface="Times New Roman"/>
                  <a:ea typeface="Times New Roman"/>
                  <a:cs typeface="Times New Roman"/>
                  <a:sym typeface="Times New Roman"/>
                </a:rPr>
                <a:t>A car consists of four wheels</a:t>
              </a:r>
              <a:endParaRPr/>
            </a:p>
            <a:p>
              <a:pPr indent="0" lvl="0" marL="0" marR="0" rtl="0" algn="l">
                <a:spcBef>
                  <a:spcPts val="0"/>
                </a:spcBef>
                <a:spcAft>
                  <a:spcPts val="0"/>
                </a:spcAft>
                <a:buNone/>
              </a:pPr>
              <a:r>
                <a:rPr lang="en-US" sz="2000">
                  <a:solidFill>
                    <a:srgbClr val="000066"/>
                  </a:solidFill>
                  <a:latin typeface="Times New Roman"/>
                  <a:ea typeface="Times New Roman"/>
                  <a:cs typeface="Times New Roman"/>
                  <a:sym typeface="Times New Roman"/>
                </a:rPr>
                <a:t>an engine, accumulator</a:t>
              </a:r>
              <a:endParaRPr/>
            </a:p>
            <a:p>
              <a:pPr indent="0" lvl="0" marL="0" marR="0" rtl="0" algn="l">
                <a:spcBef>
                  <a:spcPts val="0"/>
                </a:spcBef>
                <a:spcAft>
                  <a:spcPts val="0"/>
                </a:spcAft>
                <a:buNone/>
              </a:pPr>
              <a:r>
                <a:rPr lang="en-US" sz="2000">
                  <a:solidFill>
                    <a:srgbClr val="000066"/>
                  </a:solidFill>
                  <a:latin typeface="Times New Roman"/>
                  <a:ea typeface="Times New Roman"/>
                  <a:cs typeface="Times New Roman"/>
                  <a:sym typeface="Times New Roman"/>
                </a:rPr>
                <a:t> and brakes. </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16"/>
                                        </p:tgtEl>
                                        <p:attrNameLst>
                                          <p:attrName>style.visibility</p:attrName>
                                        </p:attrNameLst>
                                      </p:cBhvr>
                                      <p:to>
                                        <p:strVal val="visible"/>
                                      </p:to>
                                    </p:set>
                                    <p:anim calcmode="lin" valueType="num">
                                      <p:cBhvr additive="base">
                                        <p:cTn dur="500"/>
                                        <p:tgtEl>
                                          <p:spTgt spid="316"/>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23" name="Shape 323"/>
        <p:cNvGrpSpPr/>
        <p:nvPr/>
      </p:nvGrpSpPr>
      <p:grpSpPr>
        <a:xfrm>
          <a:off x="0" y="0"/>
          <a:ext cx="0" cy="0"/>
          <a:chOff x="0" y="0"/>
          <a:chExt cx="0" cy="0"/>
        </a:xfrm>
      </p:grpSpPr>
      <p:sp>
        <p:nvSpPr>
          <p:cNvPr id="324" name="Google Shape;324;p18"/>
          <p:cNvSpPr txBox="1"/>
          <p:nvPr>
            <p:ph type="title"/>
          </p:nvPr>
        </p:nvSpPr>
        <p:spPr>
          <a:xfrm>
            <a:off x="611188" y="198438"/>
            <a:ext cx="7588250" cy="6858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Multiple Abstractions</a:t>
            </a:r>
            <a:endParaRPr/>
          </a:p>
        </p:txBody>
      </p:sp>
      <p:sp>
        <p:nvSpPr>
          <p:cNvPr id="325" name="Google Shape;325;p18"/>
          <p:cNvSpPr txBox="1"/>
          <p:nvPr>
            <p:ph idx="1" type="body"/>
          </p:nvPr>
        </p:nvSpPr>
        <p:spPr>
          <a:xfrm>
            <a:off x="609600" y="1266825"/>
            <a:ext cx="8305800" cy="4905375"/>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800"/>
              <a:buFont typeface="Arial"/>
              <a:buNone/>
            </a:pPr>
            <a:r>
              <a:rPr lang="en-US"/>
              <a:t>A single thing can have multiple abstractions</a:t>
            </a:r>
            <a:endParaRPr/>
          </a:p>
          <a:p>
            <a:pPr indent="-342900" lvl="0" marL="342900" rtl="0" algn="l">
              <a:spcBef>
                <a:spcPts val="480"/>
              </a:spcBef>
              <a:spcAft>
                <a:spcPts val="0"/>
              </a:spcAft>
              <a:buSzPts val="1800"/>
              <a:buFont typeface="Arial"/>
              <a:buNone/>
            </a:pPr>
            <a:r>
              <a:rPr lang="en-US"/>
              <a:t>Example: a protein is…</a:t>
            </a:r>
            <a:endParaRPr/>
          </a:p>
          <a:p>
            <a:pPr indent="-342900" lvl="0" marL="342900" rtl="0" algn="l">
              <a:spcBef>
                <a:spcPts val="480"/>
              </a:spcBef>
              <a:spcAft>
                <a:spcPts val="0"/>
              </a:spcAft>
              <a:buSzPts val="1800"/>
              <a:buChar char="●"/>
            </a:pPr>
            <a:r>
              <a:rPr lang="en-US"/>
              <a:t>a sequence of amino acids</a:t>
            </a:r>
            <a:endParaRPr/>
          </a:p>
          <a:p>
            <a:pPr indent="-342900" lvl="0" marL="342900" rtl="0" algn="l">
              <a:spcBef>
                <a:spcPts val="480"/>
              </a:spcBef>
              <a:spcAft>
                <a:spcPts val="0"/>
              </a:spcAft>
              <a:buSzPts val="1800"/>
              <a:buChar char="●"/>
            </a:pPr>
            <a:r>
              <a:rPr lang="en-US"/>
              <a:t>a complicated 3D shape (a fold)</a:t>
            </a:r>
            <a:endParaRPr/>
          </a:p>
        </p:txBody>
      </p:sp>
      <p:sp>
        <p:nvSpPr>
          <p:cNvPr id="326" name="Google Shape;326;p18"/>
          <p:cNvSpPr txBox="1"/>
          <p:nvPr>
            <p:ph idx="12" type="sldNum"/>
          </p:nvPr>
        </p:nvSpPr>
        <p:spPr>
          <a:xfrm>
            <a:off x="7092950" y="6248400"/>
            <a:ext cx="1905000" cy="4572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spd="med">
    <p:diamond/>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25">
                                            <p:txEl>
                                              <p:pRg end="0" st="0"/>
                                            </p:txEl>
                                          </p:spTgt>
                                        </p:tgtEl>
                                        <p:attrNameLst>
                                          <p:attrName>style.visibility</p:attrName>
                                        </p:attrNameLst>
                                      </p:cBhvr>
                                      <p:to>
                                        <p:strVal val="visible"/>
                                      </p:to>
                                    </p:set>
                                    <p:anim calcmode="lin" valueType="num">
                                      <p:cBhvr additive="base">
                                        <p:cTn dur="500"/>
                                        <p:tgtEl>
                                          <p:spTgt spid="325">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25">
                                            <p:txEl>
                                              <p:pRg end="1" st="1"/>
                                            </p:txEl>
                                          </p:spTgt>
                                        </p:tgtEl>
                                        <p:attrNameLst>
                                          <p:attrName>style.visibility</p:attrName>
                                        </p:attrNameLst>
                                      </p:cBhvr>
                                      <p:to>
                                        <p:strVal val="visible"/>
                                      </p:to>
                                    </p:set>
                                    <p:anim calcmode="lin" valueType="num">
                                      <p:cBhvr additive="base">
                                        <p:cTn dur="500"/>
                                        <p:tgtEl>
                                          <p:spTgt spid="325">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25">
                                            <p:txEl>
                                              <p:pRg end="2" st="2"/>
                                            </p:txEl>
                                          </p:spTgt>
                                        </p:tgtEl>
                                        <p:attrNameLst>
                                          <p:attrName>style.visibility</p:attrName>
                                        </p:attrNameLst>
                                      </p:cBhvr>
                                      <p:to>
                                        <p:strVal val="visible"/>
                                      </p:to>
                                    </p:set>
                                    <p:anim calcmode="lin" valueType="num">
                                      <p:cBhvr additive="base">
                                        <p:cTn dur="500"/>
                                        <p:tgtEl>
                                          <p:spTgt spid="325">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25">
                                            <p:txEl>
                                              <p:pRg end="3" st="3"/>
                                            </p:txEl>
                                          </p:spTgt>
                                        </p:tgtEl>
                                        <p:attrNameLst>
                                          <p:attrName>style.visibility</p:attrName>
                                        </p:attrNameLst>
                                      </p:cBhvr>
                                      <p:to>
                                        <p:strVal val="visible"/>
                                      </p:to>
                                    </p:set>
                                    <p:anim calcmode="lin" valueType="num">
                                      <p:cBhvr additive="base">
                                        <p:cTn dur="500"/>
                                        <p:tgtEl>
                                          <p:spTgt spid="325">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30" name="Shape 330"/>
        <p:cNvGrpSpPr/>
        <p:nvPr/>
      </p:nvGrpSpPr>
      <p:grpSpPr>
        <a:xfrm>
          <a:off x="0" y="0"/>
          <a:ext cx="0" cy="0"/>
          <a:chOff x="0" y="0"/>
          <a:chExt cx="0" cy="0"/>
        </a:xfrm>
      </p:grpSpPr>
      <p:sp>
        <p:nvSpPr>
          <p:cNvPr id="331" name="Google Shape;331;p19"/>
          <p:cNvSpPr txBox="1"/>
          <p:nvPr>
            <p:ph type="title"/>
          </p:nvPr>
        </p:nvSpPr>
        <p:spPr>
          <a:xfrm>
            <a:off x="611188" y="198438"/>
            <a:ext cx="7588250" cy="6858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Choosing Abstractions</a:t>
            </a:r>
            <a:endParaRPr/>
          </a:p>
        </p:txBody>
      </p:sp>
      <p:sp>
        <p:nvSpPr>
          <p:cNvPr id="332" name="Google Shape;332;p19"/>
          <p:cNvSpPr txBox="1"/>
          <p:nvPr>
            <p:ph idx="1" type="body"/>
          </p:nvPr>
        </p:nvSpPr>
        <p:spPr>
          <a:xfrm>
            <a:off x="609600" y="1266825"/>
            <a:ext cx="8305800" cy="4905375"/>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800"/>
              <a:buFont typeface="Arial"/>
              <a:buNone/>
            </a:pPr>
            <a:r>
              <a:rPr lang="en-US"/>
              <a:t>Abstractions can be about</a:t>
            </a:r>
            <a:endParaRPr/>
          </a:p>
          <a:p>
            <a:pPr indent="-342900" lvl="0" marL="342900" rtl="0" algn="l">
              <a:spcBef>
                <a:spcPts val="480"/>
              </a:spcBef>
              <a:spcAft>
                <a:spcPts val="0"/>
              </a:spcAft>
              <a:buSzPts val="1800"/>
              <a:buChar char="●"/>
            </a:pPr>
            <a:r>
              <a:rPr lang="en-US"/>
              <a:t>tangible things (a vehicle, a car, a map) or</a:t>
            </a:r>
            <a:endParaRPr/>
          </a:p>
          <a:p>
            <a:pPr indent="-342900" lvl="0" marL="342900" rtl="0" algn="l">
              <a:spcBef>
                <a:spcPts val="480"/>
              </a:spcBef>
              <a:spcAft>
                <a:spcPts val="0"/>
              </a:spcAft>
              <a:buSzPts val="1800"/>
              <a:buChar char="●"/>
            </a:pPr>
            <a:r>
              <a:rPr lang="en-US"/>
              <a:t>intangible things (a meeting, a route, a schedule)</a:t>
            </a:r>
            <a:endParaRPr/>
          </a:p>
          <a:p>
            <a:pPr indent="-342900" lvl="0" marL="342900" rtl="0" algn="l">
              <a:spcBef>
                <a:spcPts val="480"/>
              </a:spcBef>
              <a:spcAft>
                <a:spcPts val="0"/>
              </a:spcAft>
              <a:buSzPts val="1800"/>
              <a:buFont typeface="Arial"/>
              <a:buNone/>
            </a:pPr>
            <a:r>
              <a:rPr lang="en-US"/>
              <a:t> An example:</a:t>
            </a:r>
            <a:endParaRPr/>
          </a:p>
          <a:p>
            <a:pPr indent="-342900" lvl="0" marL="342900" rtl="0" algn="l">
              <a:spcBef>
                <a:spcPts val="480"/>
              </a:spcBef>
              <a:spcAft>
                <a:spcPts val="0"/>
              </a:spcAft>
              <a:buSzPts val="1800"/>
              <a:buChar char="●"/>
            </a:pPr>
            <a:r>
              <a:rPr lang="en-US"/>
              <a:t>Abstraction name: light</a:t>
            </a:r>
            <a:endParaRPr/>
          </a:p>
          <a:p>
            <a:pPr indent="-342900" lvl="0" marL="342900" rtl="0" algn="l">
              <a:spcBef>
                <a:spcPts val="480"/>
              </a:spcBef>
              <a:spcAft>
                <a:spcPts val="0"/>
              </a:spcAft>
              <a:buSzPts val="1800"/>
              <a:buChar char="●"/>
            </a:pPr>
            <a:r>
              <a:rPr lang="en-US"/>
              <a:t>Light’s wattage (i.e.,energy usage)</a:t>
            </a:r>
            <a:endParaRPr/>
          </a:p>
          <a:p>
            <a:pPr indent="-342900" lvl="0" marL="342900" rtl="0" algn="l">
              <a:spcBef>
                <a:spcPts val="480"/>
              </a:spcBef>
              <a:spcAft>
                <a:spcPts val="0"/>
              </a:spcAft>
              <a:buSzPts val="1800"/>
              <a:buChar char="●"/>
            </a:pPr>
            <a:r>
              <a:rPr lang="en-US"/>
              <a:t>Light can be on or off</a:t>
            </a:r>
            <a:endParaRPr/>
          </a:p>
          <a:p>
            <a:pPr indent="-228600" lvl="0" marL="342900" rtl="0" algn="l">
              <a:spcBef>
                <a:spcPts val="480"/>
              </a:spcBef>
              <a:spcAft>
                <a:spcPts val="0"/>
              </a:spcAft>
              <a:buSzPts val="1800"/>
              <a:buNone/>
            </a:pPr>
            <a:r>
              <a:t/>
            </a:r>
            <a:endParaRPr/>
          </a:p>
          <a:p>
            <a:pPr indent="-342900" lvl="0" marL="342900" rtl="0" algn="l">
              <a:spcBef>
                <a:spcPts val="480"/>
              </a:spcBef>
              <a:spcAft>
                <a:spcPts val="0"/>
              </a:spcAft>
              <a:buSzPts val="1800"/>
              <a:buChar char="●"/>
            </a:pPr>
            <a:r>
              <a:rPr lang="en-US"/>
              <a:t> There are other possible properties (shape, color, socket size, etc.), but we have decided those are less essential</a:t>
            </a:r>
            <a:endParaRPr/>
          </a:p>
          <a:p>
            <a:pPr indent="-342900" lvl="0" marL="342900" rtl="0" algn="l">
              <a:spcBef>
                <a:spcPts val="480"/>
              </a:spcBef>
              <a:spcAft>
                <a:spcPts val="0"/>
              </a:spcAft>
              <a:buSzPts val="1800"/>
              <a:buChar char="●"/>
            </a:pPr>
            <a:r>
              <a:rPr lang="en-US"/>
              <a:t>The essential properties are determined by the problem</a:t>
            </a:r>
            <a:endParaRPr/>
          </a:p>
        </p:txBody>
      </p:sp>
      <p:sp>
        <p:nvSpPr>
          <p:cNvPr id="333" name="Google Shape;333;p19"/>
          <p:cNvSpPr txBox="1"/>
          <p:nvPr>
            <p:ph idx="12" type="sldNum"/>
          </p:nvPr>
        </p:nvSpPr>
        <p:spPr>
          <a:xfrm>
            <a:off x="7092950" y="6248400"/>
            <a:ext cx="1905000" cy="4572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spd="med">
    <p:diamond/>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32">
                                            <p:txEl>
                                              <p:pRg end="0" st="0"/>
                                            </p:txEl>
                                          </p:spTgt>
                                        </p:tgtEl>
                                        <p:attrNameLst>
                                          <p:attrName>style.visibility</p:attrName>
                                        </p:attrNameLst>
                                      </p:cBhvr>
                                      <p:to>
                                        <p:strVal val="visible"/>
                                      </p:to>
                                    </p:set>
                                    <p:anim calcmode="lin" valueType="num">
                                      <p:cBhvr additive="base">
                                        <p:cTn dur="500"/>
                                        <p:tgtEl>
                                          <p:spTgt spid="332">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32">
                                            <p:txEl>
                                              <p:pRg end="1" st="1"/>
                                            </p:txEl>
                                          </p:spTgt>
                                        </p:tgtEl>
                                        <p:attrNameLst>
                                          <p:attrName>style.visibility</p:attrName>
                                        </p:attrNameLst>
                                      </p:cBhvr>
                                      <p:to>
                                        <p:strVal val="visible"/>
                                      </p:to>
                                    </p:set>
                                    <p:anim calcmode="lin" valueType="num">
                                      <p:cBhvr additive="base">
                                        <p:cTn dur="500"/>
                                        <p:tgtEl>
                                          <p:spTgt spid="332">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32">
                                            <p:txEl>
                                              <p:pRg end="2" st="2"/>
                                            </p:txEl>
                                          </p:spTgt>
                                        </p:tgtEl>
                                        <p:attrNameLst>
                                          <p:attrName>style.visibility</p:attrName>
                                        </p:attrNameLst>
                                      </p:cBhvr>
                                      <p:to>
                                        <p:strVal val="visible"/>
                                      </p:to>
                                    </p:set>
                                    <p:anim calcmode="lin" valueType="num">
                                      <p:cBhvr additive="base">
                                        <p:cTn dur="500"/>
                                        <p:tgtEl>
                                          <p:spTgt spid="332">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32">
                                            <p:txEl>
                                              <p:pRg end="3" st="3"/>
                                            </p:txEl>
                                          </p:spTgt>
                                        </p:tgtEl>
                                        <p:attrNameLst>
                                          <p:attrName>style.visibility</p:attrName>
                                        </p:attrNameLst>
                                      </p:cBhvr>
                                      <p:to>
                                        <p:strVal val="visible"/>
                                      </p:to>
                                    </p:set>
                                    <p:anim calcmode="lin" valueType="num">
                                      <p:cBhvr additive="base">
                                        <p:cTn dur="500"/>
                                        <p:tgtEl>
                                          <p:spTgt spid="332">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32">
                                            <p:txEl>
                                              <p:pRg end="4" st="4"/>
                                            </p:txEl>
                                          </p:spTgt>
                                        </p:tgtEl>
                                        <p:attrNameLst>
                                          <p:attrName>style.visibility</p:attrName>
                                        </p:attrNameLst>
                                      </p:cBhvr>
                                      <p:to>
                                        <p:strVal val="visible"/>
                                      </p:to>
                                    </p:set>
                                    <p:anim calcmode="lin" valueType="num">
                                      <p:cBhvr additive="base">
                                        <p:cTn dur="500"/>
                                        <p:tgtEl>
                                          <p:spTgt spid="332">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32">
                                            <p:txEl>
                                              <p:pRg end="5" st="5"/>
                                            </p:txEl>
                                          </p:spTgt>
                                        </p:tgtEl>
                                        <p:attrNameLst>
                                          <p:attrName>style.visibility</p:attrName>
                                        </p:attrNameLst>
                                      </p:cBhvr>
                                      <p:to>
                                        <p:strVal val="visible"/>
                                      </p:to>
                                    </p:set>
                                    <p:anim calcmode="lin" valueType="num">
                                      <p:cBhvr additive="base">
                                        <p:cTn dur="500"/>
                                        <p:tgtEl>
                                          <p:spTgt spid="332">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32">
                                            <p:txEl>
                                              <p:pRg end="6" st="6"/>
                                            </p:txEl>
                                          </p:spTgt>
                                        </p:tgtEl>
                                        <p:attrNameLst>
                                          <p:attrName>style.visibility</p:attrName>
                                        </p:attrNameLst>
                                      </p:cBhvr>
                                      <p:to>
                                        <p:strVal val="visible"/>
                                      </p:to>
                                    </p:set>
                                    <p:anim calcmode="lin" valueType="num">
                                      <p:cBhvr additive="base">
                                        <p:cTn dur="500"/>
                                        <p:tgtEl>
                                          <p:spTgt spid="332">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32">
                                            <p:txEl>
                                              <p:pRg end="7" st="7"/>
                                            </p:txEl>
                                          </p:spTgt>
                                        </p:tgtEl>
                                        <p:attrNameLst>
                                          <p:attrName>style.visibility</p:attrName>
                                        </p:attrNameLst>
                                      </p:cBhvr>
                                      <p:to>
                                        <p:strVal val="visible"/>
                                      </p:to>
                                    </p:set>
                                    <p:anim calcmode="lin" valueType="num">
                                      <p:cBhvr additive="base">
                                        <p:cTn dur="500"/>
                                        <p:tgtEl>
                                          <p:spTgt spid="332">
                                            <p:txEl>
                                              <p:pRg end="7" st="7"/>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32">
                                            <p:txEl>
                                              <p:pRg end="8" st="8"/>
                                            </p:txEl>
                                          </p:spTgt>
                                        </p:tgtEl>
                                        <p:attrNameLst>
                                          <p:attrName>style.visibility</p:attrName>
                                        </p:attrNameLst>
                                      </p:cBhvr>
                                      <p:to>
                                        <p:strVal val="visible"/>
                                      </p:to>
                                    </p:set>
                                    <p:anim calcmode="lin" valueType="num">
                                      <p:cBhvr additive="base">
                                        <p:cTn dur="500"/>
                                        <p:tgtEl>
                                          <p:spTgt spid="332">
                                            <p:txEl>
                                              <p:pRg end="8" st="8"/>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32">
                                            <p:txEl>
                                              <p:pRg end="9" st="9"/>
                                            </p:txEl>
                                          </p:spTgt>
                                        </p:tgtEl>
                                        <p:attrNameLst>
                                          <p:attrName>style.visibility</p:attrName>
                                        </p:attrNameLst>
                                      </p:cBhvr>
                                      <p:to>
                                        <p:strVal val="visible"/>
                                      </p:to>
                                    </p:set>
                                    <p:anim calcmode="lin" valueType="num">
                                      <p:cBhvr additive="base">
                                        <p:cTn dur="500"/>
                                        <p:tgtEl>
                                          <p:spTgt spid="332">
                                            <p:txEl>
                                              <p:pRg end="9" st="9"/>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38" name="Shape 338"/>
        <p:cNvGrpSpPr/>
        <p:nvPr/>
      </p:nvGrpSpPr>
      <p:grpSpPr>
        <a:xfrm>
          <a:off x="0" y="0"/>
          <a:ext cx="0" cy="0"/>
          <a:chOff x="0" y="0"/>
          <a:chExt cx="0" cy="0"/>
        </a:xfrm>
      </p:grpSpPr>
      <p:sp>
        <p:nvSpPr>
          <p:cNvPr id="339" name="Google Shape;339;p20"/>
          <p:cNvSpPr txBox="1"/>
          <p:nvPr>
            <p:ph type="title"/>
          </p:nvPr>
        </p:nvSpPr>
        <p:spPr>
          <a:xfrm>
            <a:off x="611188" y="198438"/>
            <a:ext cx="7588250" cy="685800"/>
          </a:xfrm>
          <a:prstGeom prst="rect">
            <a:avLst/>
          </a:prstGeom>
          <a:noFill/>
          <a:ln>
            <a:noFill/>
          </a:ln>
        </p:spPr>
        <p:txBody>
          <a:bodyPr anchorCtr="0" anchor="ctr" bIns="44450" lIns="90475" spcFirstLastPara="1" rIns="90475" wrap="square" tIns="44450">
            <a:noAutofit/>
          </a:bodyPr>
          <a:lstStyle/>
          <a:p>
            <a:pPr indent="0" lvl="0" marL="0" rtl="0" algn="l">
              <a:spcBef>
                <a:spcPts val="0"/>
              </a:spcBef>
              <a:spcAft>
                <a:spcPts val="0"/>
              </a:spcAft>
              <a:buNone/>
            </a:pPr>
            <a:r>
              <a:rPr lang="en-US" sz="3200"/>
              <a:t>Object-Oriented Model</a:t>
            </a:r>
            <a:endParaRPr/>
          </a:p>
        </p:txBody>
      </p:sp>
      <p:sp>
        <p:nvSpPr>
          <p:cNvPr id="340" name="Google Shape;340;p20"/>
          <p:cNvSpPr/>
          <p:nvPr/>
        </p:nvSpPr>
        <p:spPr>
          <a:xfrm>
            <a:off x="2754313" y="2374900"/>
            <a:ext cx="2790825" cy="2946400"/>
          </a:xfrm>
          <a:prstGeom prst="ellipse">
            <a:avLst/>
          </a:prstGeom>
          <a:no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Times New Roman"/>
              <a:ea typeface="Times New Roman"/>
              <a:cs typeface="Times New Roman"/>
              <a:sym typeface="Times New Roman"/>
            </a:endParaRPr>
          </a:p>
        </p:txBody>
      </p:sp>
      <p:sp>
        <p:nvSpPr>
          <p:cNvPr id="341" name="Google Shape;341;p20"/>
          <p:cNvSpPr/>
          <p:nvPr/>
        </p:nvSpPr>
        <p:spPr>
          <a:xfrm>
            <a:off x="3100388" y="3968750"/>
            <a:ext cx="339725" cy="368300"/>
          </a:xfrm>
          <a:prstGeom prst="ellipse">
            <a:avLst/>
          </a:prstGeom>
          <a:solidFill>
            <a:schemeClr val="accent1"/>
          </a:solidFill>
          <a:ln cap="flat"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Times New Roman"/>
              <a:ea typeface="Times New Roman"/>
              <a:cs typeface="Times New Roman"/>
              <a:sym typeface="Times New Roman"/>
            </a:endParaRPr>
          </a:p>
        </p:txBody>
      </p:sp>
      <p:sp>
        <p:nvSpPr>
          <p:cNvPr id="342" name="Google Shape;342;p20"/>
          <p:cNvSpPr/>
          <p:nvPr/>
        </p:nvSpPr>
        <p:spPr>
          <a:xfrm>
            <a:off x="3875088" y="4502150"/>
            <a:ext cx="339725" cy="368300"/>
          </a:xfrm>
          <a:prstGeom prst="ellipse">
            <a:avLst/>
          </a:prstGeom>
          <a:solidFill>
            <a:schemeClr val="accent1"/>
          </a:solidFill>
          <a:ln cap="flat"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Times New Roman"/>
              <a:ea typeface="Times New Roman"/>
              <a:cs typeface="Times New Roman"/>
              <a:sym typeface="Times New Roman"/>
            </a:endParaRPr>
          </a:p>
        </p:txBody>
      </p:sp>
      <p:sp>
        <p:nvSpPr>
          <p:cNvPr id="343" name="Google Shape;343;p20"/>
          <p:cNvSpPr/>
          <p:nvPr/>
        </p:nvSpPr>
        <p:spPr>
          <a:xfrm>
            <a:off x="4578350" y="4121150"/>
            <a:ext cx="339725" cy="368300"/>
          </a:xfrm>
          <a:prstGeom prst="ellipse">
            <a:avLst/>
          </a:prstGeom>
          <a:solidFill>
            <a:schemeClr val="accent1"/>
          </a:solidFill>
          <a:ln cap="flat"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Times New Roman"/>
              <a:ea typeface="Times New Roman"/>
              <a:cs typeface="Times New Roman"/>
              <a:sym typeface="Times New Roman"/>
            </a:endParaRPr>
          </a:p>
        </p:txBody>
      </p:sp>
      <p:sp>
        <p:nvSpPr>
          <p:cNvPr id="344" name="Google Shape;344;p20"/>
          <p:cNvSpPr/>
          <p:nvPr/>
        </p:nvSpPr>
        <p:spPr>
          <a:xfrm>
            <a:off x="3100388" y="2063750"/>
            <a:ext cx="550862" cy="901700"/>
          </a:xfrm>
          <a:prstGeom prst="rect">
            <a:avLst/>
          </a:prstGeom>
          <a:solidFill>
            <a:srgbClr val="FF3300"/>
          </a:solidFill>
          <a:ln cap="flat" cmpd="sng" w="127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Times New Roman"/>
              <a:ea typeface="Times New Roman"/>
              <a:cs typeface="Times New Roman"/>
              <a:sym typeface="Times New Roman"/>
            </a:endParaRPr>
          </a:p>
        </p:txBody>
      </p:sp>
      <p:sp>
        <p:nvSpPr>
          <p:cNvPr id="345" name="Google Shape;345;p20"/>
          <p:cNvSpPr/>
          <p:nvPr/>
        </p:nvSpPr>
        <p:spPr>
          <a:xfrm>
            <a:off x="3803650" y="2063750"/>
            <a:ext cx="550863" cy="901700"/>
          </a:xfrm>
          <a:prstGeom prst="rect">
            <a:avLst/>
          </a:prstGeom>
          <a:solidFill>
            <a:srgbClr val="FF3300"/>
          </a:solidFill>
          <a:ln cap="flat" cmpd="sng" w="127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Times New Roman"/>
              <a:ea typeface="Times New Roman"/>
              <a:cs typeface="Times New Roman"/>
              <a:sym typeface="Times New Roman"/>
            </a:endParaRPr>
          </a:p>
        </p:txBody>
      </p:sp>
      <p:sp>
        <p:nvSpPr>
          <p:cNvPr id="346" name="Google Shape;346;p20"/>
          <p:cNvSpPr/>
          <p:nvPr/>
        </p:nvSpPr>
        <p:spPr>
          <a:xfrm>
            <a:off x="4506913" y="2063750"/>
            <a:ext cx="550862" cy="901700"/>
          </a:xfrm>
          <a:prstGeom prst="rect">
            <a:avLst/>
          </a:prstGeom>
          <a:solidFill>
            <a:srgbClr val="FF3300"/>
          </a:solidFill>
          <a:ln cap="flat" cmpd="sng" w="127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Times New Roman"/>
              <a:ea typeface="Times New Roman"/>
              <a:cs typeface="Times New Roman"/>
              <a:sym typeface="Times New Roman"/>
            </a:endParaRPr>
          </a:p>
        </p:txBody>
      </p:sp>
      <p:cxnSp>
        <p:nvCxnSpPr>
          <p:cNvPr id="347" name="Google Shape;347;p20"/>
          <p:cNvCxnSpPr/>
          <p:nvPr/>
        </p:nvCxnSpPr>
        <p:spPr>
          <a:xfrm flipH="1">
            <a:off x="3305175" y="2971800"/>
            <a:ext cx="71438" cy="914400"/>
          </a:xfrm>
          <a:prstGeom prst="straightConnector1">
            <a:avLst/>
          </a:prstGeom>
          <a:noFill/>
          <a:ln cap="flat" cmpd="sng" w="12700">
            <a:solidFill>
              <a:schemeClr val="lt1"/>
            </a:solidFill>
            <a:prstDash val="solid"/>
            <a:round/>
            <a:headEnd len="med" w="med" type="none"/>
            <a:tailEnd len="med" w="med" type="triangle"/>
          </a:ln>
        </p:spPr>
      </p:cxnSp>
      <p:cxnSp>
        <p:nvCxnSpPr>
          <p:cNvPr id="348" name="Google Shape;348;p20"/>
          <p:cNvCxnSpPr/>
          <p:nvPr/>
        </p:nvCxnSpPr>
        <p:spPr>
          <a:xfrm>
            <a:off x="4010025" y="2971800"/>
            <a:ext cx="0" cy="1524000"/>
          </a:xfrm>
          <a:prstGeom prst="straightConnector1">
            <a:avLst/>
          </a:prstGeom>
          <a:noFill/>
          <a:ln cap="flat" cmpd="sng" w="12700">
            <a:solidFill>
              <a:schemeClr val="lt1"/>
            </a:solidFill>
            <a:prstDash val="solid"/>
            <a:round/>
            <a:headEnd len="med" w="med" type="none"/>
            <a:tailEnd len="med" w="med" type="triangle"/>
          </a:ln>
        </p:spPr>
      </p:cxnSp>
      <p:cxnSp>
        <p:nvCxnSpPr>
          <p:cNvPr id="349" name="Google Shape;349;p20"/>
          <p:cNvCxnSpPr/>
          <p:nvPr/>
        </p:nvCxnSpPr>
        <p:spPr>
          <a:xfrm>
            <a:off x="4010025" y="2971800"/>
            <a:ext cx="631825" cy="1066800"/>
          </a:xfrm>
          <a:prstGeom prst="straightConnector1">
            <a:avLst/>
          </a:prstGeom>
          <a:noFill/>
          <a:ln cap="flat" cmpd="sng" w="12700">
            <a:solidFill>
              <a:schemeClr val="lt1"/>
            </a:solidFill>
            <a:prstDash val="solid"/>
            <a:round/>
            <a:headEnd len="med" w="med" type="none"/>
            <a:tailEnd len="med" w="med" type="triangle"/>
          </a:ln>
        </p:spPr>
      </p:cxnSp>
      <p:cxnSp>
        <p:nvCxnSpPr>
          <p:cNvPr id="350" name="Google Shape;350;p20"/>
          <p:cNvCxnSpPr/>
          <p:nvPr/>
        </p:nvCxnSpPr>
        <p:spPr>
          <a:xfrm>
            <a:off x="4713288" y="2971800"/>
            <a:ext cx="0" cy="1066800"/>
          </a:xfrm>
          <a:prstGeom prst="straightConnector1">
            <a:avLst/>
          </a:prstGeom>
          <a:noFill/>
          <a:ln cap="flat" cmpd="sng" w="12700">
            <a:solidFill>
              <a:schemeClr val="lt1"/>
            </a:solidFill>
            <a:prstDash val="solid"/>
            <a:round/>
            <a:headEnd len="med" w="med" type="none"/>
            <a:tailEnd len="med" w="med" type="triangle"/>
          </a:ln>
        </p:spPr>
      </p:cxnSp>
      <p:cxnSp>
        <p:nvCxnSpPr>
          <p:cNvPr id="351" name="Google Shape;351;p20"/>
          <p:cNvCxnSpPr/>
          <p:nvPr/>
        </p:nvCxnSpPr>
        <p:spPr>
          <a:xfrm flipH="1">
            <a:off x="4149725" y="2971800"/>
            <a:ext cx="563563" cy="1447800"/>
          </a:xfrm>
          <a:prstGeom prst="straightConnector1">
            <a:avLst/>
          </a:prstGeom>
          <a:noFill/>
          <a:ln cap="flat" cmpd="sng" w="12700">
            <a:solidFill>
              <a:schemeClr val="lt1"/>
            </a:solidFill>
            <a:prstDash val="solid"/>
            <a:round/>
            <a:headEnd len="med" w="med" type="none"/>
            <a:tailEnd len="med" w="med" type="triangle"/>
          </a:ln>
        </p:spPr>
      </p:cxnSp>
      <p:sp>
        <p:nvSpPr>
          <p:cNvPr id="352" name="Google Shape;352;p20"/>
          <p:cNvSpPr/>
          <p:nvPr/>
        </p:nvSpPr>
        <p:spPr>
          <a:xfrm>
            <a:off x="3573482" y="1509725"/>
            <a:ext cx="1905000" cy="453900"/>
          </a:xfrm>
          <a:prstGeom prst="rect">
            <a:avLst/>
          </a:prstGeom>
          <a:noFill/>
          <a:ln>
            <a:noFill/>
          </a:ln>
        </p:spPr>
        <p:txBody>
          <a:bodyPr anchorCtr="0" anchor="t" bIns="44450" lIns="90475" spcFirstLastPara="1" rIns="90475" wrap="square" tIns="44450">
            <a:spAutoFit/>
          </a:bodyPr>
          <a:lstStyle/>
          <a:p>
            <a:pPr indent="0" lvl="0" marL="0" marR="0" rtl="0" algn="l">
              <a:spcBef>
                <a:spcPts val="0"/>
              </a:spcBef>
              <a:spcAft>
                <a:spcPts val="0"/>
              </a:spcAft>
              <a:buNone/>
            </a:pPr>
            <a:r>
              <a:rPr lang="en-US" sz="2400">
                <a:solidFill>
                  <a:schemeClr val="lt1"/>
                </a:solidFill>
                <a:latin typeface="Times New Roman"/>
                <a:ea typeface="Times New Roman"/>
                <a:cs typeface="Times New Roman"/>
                <a:sym typeface="Times New Roman"/>
              </a:rPr>
              <a:t>methods</a:t>
            </a:r>
            <a:endParaRPr/>
          </a:p>
        </p:txBody>
      </p:sp>
      <p:sp>
        <p:nvSpPr>
          <p:cNvPr id="353" name="Google Shape;353;p20"/>
          <p:cNvSpPr/>
          <p:nvPr/>
        </p:nvSpPr>
        <p:spPr>
          <a:xfrm>
            <a:off x="4276725" y="4633913"/>
            <a:ext cx="635000" cy="454025"/>
          </a:xfrm>
          <a:prstGeom prst="rect">
            <a:avLst/>
          </a:prstGeom>
          <a:noFill/>
          <a:ln>
            <a:noFill/>
          </a:ln>
        </p:spPr>
        <p:txBody>
          <a:bodyPr anchorCtr="0" anchor="t" bIns="44450" lIns="90475" spcFirstLastPara="1" rIns="90475" wrap="square" tIns="44450">
            <a:spAutoFit/>
          </a:bodyPr>
          <a:lstStyle/>
          <a:p>
            <a:pPr indent="0" lvl="0" marL="0" marR="0" rtl="0" algn="l">
              <a:spcBef>
                <a:spcPts val="0"/>
              </a:spcBef>
              <a:spcAft>
                <a:spcPts val="0"/>
              </a:spcAft>
              <a:buNone/>
            </a:pPr>
            <a:r>
              <a:rPr lang="en-US" sz="2400">
                <a:solidFill>
                  <a:schemeClr val="lt1"/>
                </a:solidFill>
                <a:latin typeface="Times New Roman"/>
                <a:ea typeface="Times New Roman"/>
                <a:cs typeface="Times New Roman"/>
                <a:sym typeface="Times New Roman"/>
              </a:rPr>
              <a:t>data</a:t>
            </a:r>
            <a:endParaRPr/>
          </a:p>
        </p:txBody>
      </p:sp>
      <p:sp>
        <p:nvSpPr>
          <p:cNvPr id="354" name="Google Shape;354;p20"/>
          <p:cNvSpPr txBox="1"/>
          <p:nvPr/>
        </p:nvSpPr>
        <p:spPr>
          <a:xfrm>
            <a:off x="5580063" y="3141663"/>
            <a:ext cx="2222500" cy="457200"/>
          </a:xfrm>
          <a:prstGeom prst="rect">
            <a:avLst/>
          </a:prstGeom>
          <a:noFill/>
          <a:ln>
            <a:noFill/>
          </a:ln>
        </p:spPr>
        <p:txBody>
          <a:bodyPr anchorCtr="1" anchor="t" bIns="45700" lIns="91425" spcFirstLastPara="1" rIns="91425" wrap="square" tIns="45700">
            <a:spAutoFit/>
          </a:bodyPr>
          <a:lstStyle/>
          <a:p>
            <a:pPr indent="0" lvl="0" marL="0" marR="0" rtl="0" algn="ctr">
              <a:spcBef>
                <a:spcPts val="0"/>
              </a:spcBef>
              <a:spcAft>
                <a:spcPts val="0"/>
              </a:spcAft>
              <a:buNone/>
            </a:pPr>
            <a:r>
              <a:rPr lang="en-US" sz="2400">
                <a:solidFill>
                  <a:schemeClr val="lt1"/>
                </a:solidFill>
                <a:latin typeface="Times New Roman"/>
                <a:ea typeface="Times New Roman"/>
                <a:cs typeface="Times New Roman"/>
                <a:sym typeface="Times New Roman"/>
              </a:rPr>
              <a:t>Object boundary</a:t>
            </a:r>
            <a:endParaRPr/>
          </a:p>
        </p:txBody>
      </p:sp>
      <p:sp>
        <p:nvSpPr>
          <p:cNvPr id="355" name="Google Shape;355;p20"/>
          <p:cNvSpPr txBox="1"/>
          <p:nvPr>
            <p:ph idx="12" type="sldNum"/>
          </p:nvPr>
        </p:nvSpPr>
        <p:spPr>
          <a:xfrm>
            <a:off x="7092950" y="6248400"/>
            <a:ext cx="1905000" cy="4572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p:cut/>
  </p:transition>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60" name="Shape 360"/>
        <p:cNvGrpSpPr/>
        <p:nvPr/>
      </p:nvGrpSpPr>
      <p:grpSpPr>
        <a:xfrm>
          <a:off x="0" y="0"/>
          <a:ext cx="0" cy="0"/>
          <a:chOff x="0" y="0"/>
          <a:chExt cx="0" cy="0"/>
        </a:xfrm>
      </p:grpSpPr>
      <p:sp>
        <p:nvSpPr>
          <p:cNvPr id="361" name="Google Shape;361;p21"/>
          <p:cNvSpPr txBox="1"/>
          <p:nvPr>
            <p:ph type="title"/>
          </p:nvPr>
        </p:nvSpPr>
        <p:spPr>
          <a:xfrm>
            <a:off x="611188" y="198438"/>
            <a:ext cx="7588250" cy="685800"/>
          </a:xfrm>
          <a:prstGeom prst="rect">
            <a:avLst/>
          </a:prstGeom>
          <a:noFill/>
          <a:ln>
            <a:noFill/>
          </a:ln>
        </p:spPr>
        <p:txBody>
          <a:bodyPr anchorCtr="0" anchor="ctr" bIns="44450" lIns="90475" spcFirstLastPara="1" rIns="90475" wrap="square" tIns="44450">
            <a:noAutofit/>
          </a:bodyPr>
          <a:lstStyle/>
          <a:p>
            <a:pPr indent="0" lvl="0" marL="0" rtl="0" algn="l">
              <a:spcBef>
                <a:spcPts val="0"/>
              </a:spcBef>
              <a:spcAft>
                <a:spcPts val="0"/>
              </a:spcAft>
              <a:buNone/>
            </a:pPr>
            <a:r>
              <a:rPr lang="en-US"/>
              <a:t>Example: Pencil</a:t>
            </a:r>
            <a:endParaRPr/>
          </a:p>
        </p:txBody>
      </p:sp>
      <p:graphicFrame>
        <p:nvGraphicFramePr>
          <p:cNvPr id="362" name="Google Shape;362;p21"/>
          <p:cNvGraphicFramePr/>
          <p:nvPr/>
        </p:nvGraphicFramePr>
        <p:xfrm>
          <a:off x="5580063" y="3933825"/>
          <a:ext cx="1731962" cy="1905000"/>
        </p:xfrm>
        <a:graphic>
          <a:graphicData uri="http://schemas.openxmlformats.org/presentationml/2006/ole">
            <mc:AlternateContent>
              <mc:Choice Requires="v">
                <p:oleObj r:id="rId4" imgH="1905000" imgW="1731962" progId="" spid="_x0000_s1">
                  <p:embed/>
                </p:oleObj>
              </mc:Choice>
              <mc:Fallback>
                <p:oleObj r:id="rId5" imgH="1905000" imgW="1731962" progId="">
                  <p:embed/>
                  <p:pic>
                    <p:nvPicPr>
                      <p:cNvPr id="362" name="Google Shape;362;p21"/>
                      <p:cNvPicPr preferRelativeResize="0"/>
                      <p:nvPr/>
                    </p:nvPicPr>
                    <p:blipFill rotWithShape="1">
                      <a:blip r:embed="rId6">
                        <a:alphaModFix/>
                      </a:blip>
                      <a:srcRect b="0" l="0" r="0" t="0"/>
                      <a:stretch/>
                    </p:blipFill>
                    <p:spPr>
                      <a:xfrm>
                        <a:off x="5580063" y="3933825"/>
                        <a:ext cx="1731962" cy="1905000"/>
                      </a:xfrm>
                      <a:prstGeom prst="rect">
                        <a:avLst/>
                      </a:prstGeom>
                      <a:noFill/>
                      <a:ln>
                        <a:noFill/>
                      </a:ln>
                    </p:spPr>
                  </p:pic>
                </p:oleObj>
              </mc:Fallback>
            </mc:AlternateContent>
          </a:graphicData>
        </a:graphic>
      </p:graphicFrame>
      <p:sp>
        <p:nvSpPr>
          <p:cNvPr id="363" name="Google Shape;363;p21"/>
          <p:cNvSpPr/>
          <p:nvPr/>
        </p:nvSpPr>
        <p:spPr>
          <a:xfrm>
            <a:off x="6494463" y="1733550"/>
            <a:ext cx="1909762" cy="2230438"/>
          </a:xfrm>
          <a:custGeom>
            <a:rect b="b" l="l" r="r" t="t"/>
            <a:pathLst>
              <a:path extrusionOk="0" h="1405" w="1303">
                <a:moveTo>
                  <a:pt x="560" y="1404"/>
                </a:moveTo>
                <a:lnTo>
                  <a:pt x="559" y="1373"/>
                </a:lnTo>
                <a:lnTo>
                  <a:pt x="569" y="1332"/>
                </a:lnTo>
                <a:lnTo>
                  <a:pt x="580" y="1292"/>
                </a:lnTo>
                <a:lnTo>
                  <a:pt x="600" y="1200"/>
                </a:lnTo>
                <a:lnTo>
                  <a:pt x="600" y="1160"/>
                </a:lnTo>
                <a:lnTo>
                  <a:pt x="600" y="1119"/>
                </a:lnTo>
                <a:lnTo>
                  <a:pt x="600" y="1088"/>
                </a:lnTo>
                <a:lnTo>
                  <a:pt x="600" y="1048"/>
                </a:lnTo>
                <a:lnTo>
                  <a:pt x="569" y="1037"/>
                </a:lnTo>
                <a:lnTo>
                  <a:pt x="508" y="1017"/>
                </a:lnTo>
                <a:lnTo>
                  <a:pt x="457" y="997"/>
                </a:lnTo>
                <a:lnTo>
                  <a:pt x="427" y="966"/>
                </a:lnTo>
                <a:lnTo>
                  <a:pt x="407" y="895"/>
                </a:lnTo>
                <a:lnTo>
                  <a:pt x="376" y="824"/>
                </a:lnTo>
                <a:lnTo>
                  <a:pt x="366" y="783"/>
                </a:lnTo>
                <a:lnTo>
                  <a:pt x="376" y="743"/>
                </a:lnTo>
                <a:lnTo>
                  <a:pt x="407" y="722"/>
                </a:lnTo>
                <a:lnTo>
                  <a:pt x="447" y="702"/>
                </a:lnTo>
                <a:lnTo>
                  <a:pt x="488" y="692"/>
                </a:lnTo>
                <a:lnTo>
                  <a:pt x="519" y="682"/>
                </a:lnTo>
                <a:lnTo>
                  <a:pt x="600" y="682"/>
                </a:lnTo>
                <a:lnTo>
                  <a:pt x="641" y="682"/>
                </a:lnTo>
                <a:lnTo>
                  <a:pt x="722" y="702"/>
                </a:lnTo>
                <a:lnTo>
                  <a:pt x="803" y="702"/>
                </a:lnTo>
                <a:lnTo>
                  <a:pt x="834" y="702"/>
                </a:lnTo>
                <a:lnTo>
                  <a:pt x="915" y="702"/>
                </a:lnTo>
                <a:lnTo>
                  <a:pt x="956" y="702"/>
                </a:lnTo>
                <a:lnTo>
                  <a:pt x="1047" y="641"/>
                </a:lnTo>
                <a:lnTo>
                  <a:pt x="1057" y="580"/>
                </a:lnTo>
                <a:lnTo>
                  <a:pt x="1119" y="519"/>
                </a:lnTo>
                <a:lnTo>
                  <a:pt x="1119" y="478"/>
                </a:lnTo>
                <a:lnTo>
                  <a:pt x="1119" y="437"/>
                </a:lnTo>
                <a:lnTo>
                  <a:pt x="1119" y="376"/>
                </a:lnTo>
                <a:lnTo>
                  <a:pt x="1098" y="336"/>
                </a:lnTo>
                <a:lnTo>
                  <a:pt x="1047" y="305"/>
                </a:lnTo>
                <a:lnTo>
                  <a:pt x="966" y="305"/>
                </a:lnTo>
                <a:lnTo>
                  <a:pt x="905" y="295"/>
                </a:lnTo>
                <a:lnTo>
                  <a:pt x="824" y="285"/>
                </a:lnTo>
                <a:lnTo>
                  <a:pt x="763" y="285"/>
                </a:lnTo>
                <a:lnTo>
                  <a:pt x="681" y="285"/>
                </a:lnTo>
                <a:lnTo>
                  <a:pt x="641" y="285"/>
                </a:lnTo>
                <a:lnTo>
                  <a:pt x="569" y="285"/>
                </a:lnTo>
                <a:lnTo>
                  <a:pt x="519" y="285"/>
                </a:lnTo>
                <a:lnTo>
                  <a:pt x="437" y="315"/>
                </a:lnTo>
                <a:lnTo>
                  <a:pt x="346" y="315"/>
                </a:lnTo>
                <a:lnTo>
                  <a:pt x="264" y="315"/>
                </a:lnTo>
                <a:lnTo>
                  <a:pt x="224" y="315"/>
                </a:lnTo>
                <a:lnTo>
                  <a:pt x="142" y="285"/>
                </a:lnTo>
                <a:lnTo>
                  <a:pt x="102" y="244"/>
                </a:lnTo>
                <a:lnTo>
                  <a:pt x="41" y="224"/>
                </a:lnTo>
                <a:lnTo>
                  <a:pt x="10" y="183"/>
                </a:lnTo>
                <a:lnTo>
                  <a:pt x="0" y="143"/>
                </a:lnTo>
                <a:lnTo>
                  <a:pt x="10" y="112"/>
                </a:lnTo>
                <a:lnTo>
                  <a:pt x="51" y="92"/>
                </a:lnTo>
                <a:lnTo>
                  <a:pt x="91" y="92"/>
                </a:lnTo>
                <a:lnTo>
                  <a:pt x="173" y="92"/>
                </a:lnTo>
                <a:lnTo>
                  <a:pt x="234" y="92"/>
                </a:lnTo>
                <a:lnTo>
                  <a:pt x="305" y="92"/>
                </a:lnTo>
                <a:lnTo>
                  <a:pt x="346" y="92"/>
                </a:lnTo>
                <a:lnTo>
                  <a:pt x="427" y="92"/>
                </a:lnTo>
                <a:lnTo>
                  <a:pt x="488" y="92"/>
                </a:lnTo>
                <a:lnTo>
                  <a:pt x="529" y="92"/>
                </a:lnTo>
                <a:lnTo>
                  <a:pt x="610" y="92"/>
                </a:lnTo>
                <a:lnTo>
                  <a:pt x="691" y="92"/>
                </a:lnTo>
                <a:lnTo>
                  <a:pt x="722" y="82"/>
                </a:lnTo>
                <a:lnTo>
                  <a:pt x="763" y="41"/>
                </a:lnTo>
                <a:lnTo>
                  <a:pt x="803" y="21"/>
                </a:lnTo>
                <a:lnTo>
                  <a:pt x="834" y="0"/>
                </a:lnTo>
                <a:lnTo>
                  <a:pt x="925" y="0"/>
                </a:lnTo>
                <a:lnTo>
                  <a:pt x="956" y="0"/>
                </a:lnTo>
                <a:lnTo>
                  <a:pt x="1027" y="0"/>
                </a:lnTo>
                <a:lnTo>
                  <a:pt x="1108" y="0"/>
                </a:lnTo>
                <a:lnTo>
                  <a:pt x="1169" y="0"/>
                </a:lnTo>
                <a:lnTo>
                  <a:pt x="1230" y="0"/>
                </a:lnTo>
                <a:lnTo>
                  <a:pt x="1261" y="0"/>
                </a:lnTo>
                <a:lnTo>
                  <a:pt x="1302" y="0"/>
                </a:lnTo>
                <a:lnTo>
                  <a:pt x="1302" y="31"/>
                </a:lnTo>
              </a:path>
            </a:pathLst>
          </a:custGeom>
          <a:noFill/>
          <a:ln cap="rnd" cmpd="sng" w="12700">
            <a:solidFill>
              <a:schemeClr val="lt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Times New Roman"/>
              <a:ea typeface="Times New Roman"/>
              <a:cs typeface="Times New Roman"/>
              <a:sym typeface="Times New Roman"/>
            </a:endParaRPr>
          </a:p>
        </p:txBody>
      </p:sp>
      <p:grpSp>
        <p:nvGrpSpPr>
          <p:cNvPr id="364" name="Google Shape;364;p21"/>
          <p:cNvGrpSpPr/>
          <p:nvPr/>
        </p:nvGrpSpPr>
        <p:grpSpPr>
          <a:xfrm>
            <a:off x="2749550" y="2063750"/>
            <a:ext cx="3363875" cy="3618600"/>
            <a:chOff x="1732" y="1300"/>
            <a:chExt cx="1898" cy="2052"/>
          </a:xfrm>
        </p:grpSpPr>
        <p:sp>
          <p:nvSpPr>
            <p:cNvPr id="365" name="Google Shape;365;p21"/>
            <p:cNvSpPr/>
            <p:nvPr/>
          </p:nvSpPr>
          <p:spPr>
            <a:xfrm>
              <a:off x="1735" y="1496"/>
              <a:ext cx="1758" cy="1856"/>
            </a:xfrm>
            <a:prstGeom prst="ellipse">
              <a:avLst/>
            </a:prstGeom>
            <a:no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Times New Roman"/>
                <a:ea typeface="Times New Roman"/>
                <a:cs typeface="Times New Roman"/>
                <a:sym typeface="Times New Roman"/>
              </a:endParaRPr>
            </a:p>
          </p:txBody>
        </p:sp>
        <p:sp>
          <p:nvSpPr>
            <p:cNvPr id="366" name="Google Shape;366;p21"/>
            <p:cNvSpPr/>
            <p:nvPr/>
          </p:nvSpPr>
          <p:spPr>
            <a:xfrm>
              <a:off x="1953" y="2308"/>
              <a:ext cx="214" cy="232"/>
            </a:xfrm>
            <a:prstGeom prst="ellipse">
              <a:avLst/>
            </a:prstGeom>
            <a:solidFill>
              <a:schemeClr val="accent1"/>
            </a:solidFill>
            <a:ln cap="flat"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Times New Roman"/>
                <a:ea typeface="Times New Roman"/>
                <a:cs typeface="Times New Roman"/>
                <a:sym typeface="Times New Roman"/>
              </a:endParaRPr>
            </a:p>
          </p:txBody>
        </p:sp>
        <p:sp>
          <p:nvSpPr>
            <p:cNvPr id="367" name="Google Shape;367;p21"/>
            <p:cNvSpPr/>
            <p:nvPr/>
          </p:nvSpPr>
          <p:spPr>
            <a:xfrm>
              <a:off x="2441" y="2836"/>
              <a:ext cx="214" cy="232"/>
            </a:xfrm>
            <a:prstGeom prst="ellipse">
              <a:avLst/>
            </a:prstGeom>
            <a:solidFill>
              <a:schemeClr val="accent1"/>
            </a:solidFill>
            <a:ln cap="flat"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Times New Roman"/>
                <a:ea typeface="Times New Roman"/>
                <a:cs typeface="Times New Roman"/>
                <a:sym typeface="Times New Roman"/>
              </a:endParaRPr>
            </a:p>
          </p:txBody>
        </p:sp>
        <p:sp>
          <p:nvSpPr>
            <p:cNvPr id="368" name="Google Shape;368;p21"/>
            <p:cNvSpPr/>
            <p:nvPr/>
          </p:nvSpPr>
          <p:spPr>
            <a:xfrm>
              <a:off x="2928" y="2308"/>
              <a:ext cx="214" cy="232"/>
            </a:xfrm>
            <a:prstGeom prst="ellipse">
              <a:avLst/>
            </a:prstGeom>
            <a:solidFill>
              <a:schemeClr val="accent1"/>
            </a:solidFill>
            <a:ln cap="flat"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Times New Roman"/>
                <a:ea typeface="Times New Roman"/>
                <a:cs typeface="Times New Roman"/>
                <a:sym typeface="Times New Roman"/>
              </a:endParaRPr>
            </a:p>
          </p:txBody>
        </p:sp>
        <p:sp>
          <p:nvSpPr>
            <p:cNvPr id="369" name="Google Shape;369;p21"/>
            <p:cNvSpPr/>
            <p:nvPr/>
          </p:nvSpPr>
          <p:spPr>
            <a:xfrm>
              <a:off x="1853" y="2530"/>
              <a:ext cx="533" cy="229"/>
            </a:xfrm>
            <a:prstGeom prst="rect">
              <a:avLst/>
            </a:prstGeom>
            <a:noFill/>
            <a:ln>
              <a:noFill/>
            </a:ln>
          </p:spPr>
          <p:txBody>
            <a:bodyPr anchorCtr="0" anchor="t" bIns="44450" lIns="90475" spcFirstLastPara="1" rIns="90475" wrap="square" tIns="44450">
              <a:spAutoFit/>
            </a:bodyPr>
            <a:lstStyle/>
            <a:p>
              <a:pPr indent="0" lvl="0" marL="0" marR="0" rtl="0" algn="l">
                <a:spcBef>
                  <a:spcPts val="0"/>
                </a:spcBef>
                <a:spcAft>
                  <a:spcPts val="0"/>
                </a:spcAft>
                <a:buNone/>
              </a:pPr>
              <a:r>
                <a:rPr lang="en-US" sz="1800">
                  <a:solidFill>
                    <a:schemeClr val="lt1"/>
                  </a:solidFill>
                  <a:latin typeface="Times New Roman"/>
                  <a:ea typeface="Times New Roman"/>
                  <a:cs typeface="Times New Roman"/>
                  <a:sym typeface="Times New Roman"/>
                </a:rPr>
                <a:t>location</a:t>
              </a:r>
              <a:endParaRPr/>
            </a:p>
          </p:txBody>
        </p:sp>
        <p:sp>
          <p:nvSpPr>
            <p:cNvPr id="370" name="Google Shape;370;p21"/>
            <p:cNvSpPr/>
            <p:nvPr/>
          </p:nvSpPr>
          <p:spPr>
            <a:xfrm>
              <a:off x="2739" y="2530"/>
              <a:ext cx="578" cy="229"/>
            </a:xfrm>
            <a:prstGeom prst="rect">
              <a:avLst/>
            </a:prstGeom>
            <a:noFill/>
            <a:ln>
              <a:noFill/>
            </a:ln>
          </p:spPr>
          <p:txBody>
            <a:bodyPr anchorCtr="0" anchor="t" bIns="44450" lIns="90475" spcFirstLastPara="1" rIns="90475" wrap="square" tIns="44450">
              <a:spAutoFit/>
            </a:bodyPr>
            <a:lstStyle/>
            <a:p>
              <a:pPr indent="0" lvl="0" marL="0" marR="0" rtl="0" algn="l">
                <a:spcBef>
                  <a:spcPts val="0"/>
                </a:spcBef>
                <a:spcAft>
                  <a:spcPts val="0"/>
                </a:spcAft>
                <a:buNone/>
              </a:pPr>
              <a:r>
                <a:rPr lang="en-US" sz="1800">
                  <a:solidFill>
                    <a:schemeClr val="lt1"/>
                  </a:solidFill>
                  <a:latin typeface="Times New Roman"/>
                  <a:ea typeface="Times New Roman"/>
                  <a:cs typeface="Times New Roman"/>
                  <a:sym typeface="Times New Roman"/>
                </a:rPr>
                <a:t>direction</a:t>
              </a:r>
              <a:endParaRPr/>
            </a:p>
          </p:txBody>
        </p:sp>
        <p:sp>
          <p:nvSpPr>
            <p:cNvPr id="371" name="Google Shape;371;p21"/>
            <p:cNvSpPr/>
            <p:nvPr/>
          </p:nvSpPr>
          <p:spPr>
            <a:xfrm>
              <a:off x="2296" y="3058"/>
              <a:ext cx="622" cy="229"/>
            </a:xfrm>
            <a:prstGeom prst="rect">
              <a:avLst/>
            </a:prstGeom>
            <a:noFill/>
            <a:ln>
              <a:noFill/>
            </a:ln>
          </p:spPr>
          <p:txBody>
            <a:bodyPr anchorCtr="0" anchor="t" bIns="44450" lIns="90475" spcFirstLastPara="1" rIns="90475" wrap="square" tIns="44450">
              <a:spAutoFit/>
            </a:bodyPr>
            <a:lstStyle/>
            <a:p>
              <a:pPr indent="0" lvl="0" marL="0" marR="0" rtl="0" algn="l">
                <a:spcBef>
                  <a:spcPts val="0"/>
                </a:spcBef>
                <a:spcAft>
                  <a:spcPts val="0"/>
                </a:spcAft>
                <a:buNone/>
              </a:pPr>
              <a:r>
                <a:rPr lang="en-US" sz="1800">
                  <a:solidFill>
                    <a:schemeClr val="lt1"/>
                  </a:solidFill>
                  <a:latin typeface="Times New Roman"/>
                  <a:ea typeface="Times New Roman"/>
                  <a:cs typeface="Times New Roman"/>
                  <a:sym typeface="Times New Roman"/>
                </a:rPr>
                <a:t>penDown</a:t>
              </a:r>
              <a:endParaRPr/>
            </a:p>
          </p:txBody>
        </p:sp>
        <p:sp>
          <p:nvSpPr>
            <p:cNvPr id="372" name="Google Shape;372;p21"/>
            <p:cNvSpPr/>
            <p:nvPr/>
          </p:nvSpPr>
          <p:spPr>
            <a:xfrm>
              <a:off x="1732" y="1300"/>
              <a:ext cx="435" cy="568"/>
            </a:xfrm>
            <a:prstGeom prst="rect">
              <a:avLst/>
            </a:prstGeom>
            <a:solidFill>
              <a:srgbClr val="FF3300"/>
            </a:solidFill>
            <a:ln cap="flat" cmpd="sng" w="127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000">
                  <a:solidFill>
                    <a:schemeClr val="lt1"/>
                  </a:solidFill>
                  <a:latin typeface="Times New Roman"/>
                  <a:ea typeface="Times New Roman"/>
                  <a:cs typeface="Times New Roman"/>
                  <a:sym typeface="Times New Roman"/>
                </a:rPr>
                <a:t>home</a:t>
              </a:r>
              <a:endParaRPr/>
            </a:p>
          </p:txBody>
        </p:sp>
        <p:sp>
          <p:nvSpPr>
            <p:cNvPr id="373" name="Google Shape;373;p21"/>
            <p:cNvSpPr/>
            <p:nvPr/>
          </p:nvSpPr>
          <p:spPr>
            <a:xfrm>
              <a:off x="2219" y="1300"/>
              <a:ext cx="436" cy="568"/>
            </a:xfrm>
            <a:prstGeom prst="rect">
              <a:avLst/>
            </a:prstGeom>
            <a:solidFill>
              <a:srgbClr val="FF3300"/>
            </a:solidFill>
            <a:ln cap="flat" cmpd="sng" w="127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000">
                  <a:solidFill>
                    <a:schemeClr val="lt1"/>
                  </a:solidFill>
                  <a:latin typeface="Times New Roman"/>
                  <a:ea typeface="Times New Roman"/>
                  <a:cs typeface="Times New Roman"/>
                  <a:sym typeface="Times New Roman"/>
                </a:rPr>
                <a:t>up</a:t>
              </a:r>
              <a:endParaRPr/>
            </a:p>
          </p:txBody>
        </p:sp>
        <p:sp>
          <p:nvSpPr>
            <p:cNvPr id="374" name="Google Shape;374;p21"/>
            <p:cNvSpPr/>
            <p:nvPr/>
          </p:nvSpPr>
          <p:spPr>
            <a:xfrm>
              <a:off x="2706" y="1300"/>
              <a:ext cx="436" cy="568"/>
            </a:xfrm>
            <a:prstGeom prst="rect">
              <a:avLst/>
            </a:prstGeom>
            <a:solidFill>
              <a:srgbClr val="FF3300"/>
            </a:solidFill>
            <a:ln cap="flat" cmpd="sng" w="127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000">
                  <a:solidFill>
                    <a:schemeClr val="lt1"/>
                  </a:solidFill>
                  <a:latin typeface="Times New Roman"/>
                  <a:ea typeface="Times New Roman"/>
                  <a:cs typeface="Times New Roman"/>
                  <a:sym typeface="Times New Roman"/>
                </a:rPr>
                <a:t>down</a:t>
              </a:r>
              <a:endParaRPr/>
            </a:p>
          </p:txBody>
        </p:sp>
        <p:sp>
          <p:nvSpPr>
            <p:cNvPr id="375" name="Google Shape;375;p21"/>
            <p:cNvSpPr/>
            <p:nvPr/>
          </p:nvSpPr>
          <p:spPr>
            <a:xfrm>
              <a:off x="3194" y="1300"/>
              <a:ext cx="436" cy="568"/>
            </a:xfrm>
            <a:prstGeom prst="rect">
              <a:avLst/>
            </a:prstGeom>
            <a:solidFill>
              <a:srgbClr val="FF3300"/>
            </a:solidFill>
            <a:ln cap="flat" cmpd="sng" w="127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000">
                  <a:solidFill>
                    <a:schemeClr val="lt1"/>
                  </a:solidFill>
                  <a:latin typeface="Times New Roman"/>
                  <a:ea typeface="Times New Roman"/>
                  <a:cs typeface="Times New Roman"/>
                  <a:sym typeface="Times New Roman"/>
                </a:rPr>
                <a:t>write</a:t>
              </a:r>
              <a:endParaRPr/>
            </a:p>
          </p:txBody>
        </p:sp>
      </p:grpSp>
      <p:sp>
        <p:nvSpPr>
          <p:cNvPr id="376" name="Google Shape;376;p21"/>
          <p:cNvSpPr txBox="1"/>
          <p:nvPr>
            <p:ph idx="12" type="sldNum"/>
          </p:nvPr>
        </p:nvSpPr>
        <p:spPr>
          <a:xfrm>
            <a:off x="7092950" y="6248400"/>
            <a:ext cx="1905000" cy="4572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p:cut/>
  </p:transition>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80" name="Shape 380"/>
        <p:cNvGrpSpPr/>
        <p:nvPr/>
      </p:nvGrpSpPr>
      <p:grpSpPr>
        <a:xfrm>
          <a:off x="0" y="0"/>
          <a:ext cx="0" cy="0"/>
          <a:chOff x="0" y="0"/>
          <a:chExt cx="0" cy="0"/>
        </a:xfrm>
      </p:grpSpPr>
      <p:sp>
        <p:nvSpPr>
          <p:cNvPr id="381" name="Google Shape;381;p22"/>
          <p:cNvSpPr txBox="1"/>
          <p:nvPr>
            <p:ph type="title"/>
          </p:nvPr>
        </p:nvSpPr>
        <p:spPr>
          <a:xfrm>
            <a:off x="611188" y="198438"/>
            <a:ext cx="7588250" cy="6858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Encapsulation</a:t>
            </a:r>
            <a:endParaRPr/>
          </a:p>
        </p:txBody>
      </p:sp>
      <p:sp>
        <p:nvSpPr>
          <p:cNvPr id="382" name="Google Shape;382;p22"/>
          <p:cNvSpPr txBox="1"/>
          <p:nvPr>
            <p:ph idx="1" type="body"/>
          </p:nvPr>
        </p:nvSpPr>
        <p:spPr>
          <a:xfrm>
            <a:off x="381000" y="1266825"/>
            <a:ext cx="8763000" cy="4905375"/>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800"/>
              <a:buChar char="●"/>
            </a:pPr>
            <a:r>
              <a:rPr lang="en-US"/>
              <a:t>data belonging to an object is hidden, so variables are </a:t>
            </a:r>
            <a:r>
              <a:rPr i="1" lang="en-US"/>
              <a:t>private</a:t>
            </a:r>
            <a:endParaRPr/>
          </a:p>
          <a:p>
            <a:pPr indent="-342900" lvl="0" marL="342900" rtl="0" algn="l">
              <a:spcBef>
                <a:spcPts val="480"/>
              </a:spcBef>
              <a:spcAft>
                <a:spcPts val="0"/>
              </a:spcAft>
              <a:buSzPts val="1800"/>
              <a:buChar char="●"/>
            </a:pPr>
            <a:r>
              <a:rPr lang="en-US"/>
              <a:t>methods are </a:t>
            </a:r>
            <a:r>
              <a:rPr i="1" lang="en-US"/>
              <a:t>public</a:t>
            </a:r>
            <a:endParaRPr/>
          </a:p>
          <a:p>
            <a:pPr indent="-342900" lvl="0" marL="342900" rtl="0" algn="l">
              <a:spcBef>
                <a:spcPts val="480"/>
              </a:spcBef>
              <a:spcAft>
                <a:spcPts val="0"/>
              </a:spcAft>
              <a:buSzPts val="1800"/>
              <a:buChar char="●"/>
            </a:pPr>
            <a:r>
              <a:rPr lang="en-US"/>
              <a:t>we use the public methods to change or access the private data</a:t>
            </a:r>
            <a:endParaRPr/>
          </a:p>
        </p:txBody>
      </p:sp>
      <p:grpSp>
        <p:nvGrpSpPr>
          <p:cNvPr id="383" name="Google Shape;383;p22"/>
          <p:cNvGrpSpPr/>
          <p:nvPr/>
        </p:nvGrpSpPr>
        <p:grpSpPr>
          <a:xfrm>
            <a:off x="3348053" y="3500452"/>
            <a:ext cx="3235625" cy="3102825"/>
            <a:chOff x="1732" y="1300"/>
            <a:chExt cx="1898" cy="2052"/>
          </a:xfrm>
        </p:grpSpPr>
        <p:sp>
          <p:nvSpPr>
            <p:cNvPr id="384" name="Google Shape;384;p22"/>
            <p:cNvSpPr/>
            <p:nvPr/>
          </p:nvSpPr>
          <p:spPr>
            <a:xfrm>
              <a:off x="1735" y="1496"/>
              <a:ext cx="1758" cy="1856"/>
            </a:xfrm>
            <a:prstGeom prst="ellipse">
              <a:avLst/>
            </a:prstGeom>
            <a:no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Times New Roman"/>
                <a:ea typeface="Times New Roman"/>
                <a:cs typeface="Times New Roman"/>
                <a:sym typeface="Times New Roman"/>
              </a:endParaRPr>
            </a:p>
          </p:txBody>
        </p:sp>
        <p:sp>
          <p:nvSpPr>
            <p:cNvPr id="385" name="Google Shape;385;p22"/>
            <p:cNvSpPr/>
            <p:nvPr/>
          </p:nvSpPr>
          <p:spPr>
            <a:xfrm>
              <a:off x="1953" y="2308"/>
              <a:ext cx="214" cy="232"/>
            </a:xfrm>
            <a:prstGeom prst="ellipse">
              <a:avLst/>
            </a:prstGeom>
            <a:solidFill>
              <a:schemeClr val="accent1"/>
            </a:solidFill>
            <a:ln cap="flat"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Times New Roman"/>
                <a:ea typeface="Times New Roman"/>
                <a:cs typeface="Times New Roman"/>
                <a:sym typeface="Times New Roman"/>
              </a:endParaRPr>
            </a:p>
          </p:txBody>
        </p:sp>
        <p:sp>
          <p:nvSpPr>
            <p:cNvPr id="386" name="Google Shape;386;p22"/>
            <p:cNvSpPr/>
            <p:nvPr/>
          </p:nvSpPr>
          <p:spPr>
            <a:xfrm>
              <a:off x="2441" y="2836"/>
              <a:ext cx="214" cy="232"/>
            </a:xfrm>
            <a:prstGeom prst="ellipse">
              <a:avLst/>
            </a:prstGeom>
            <a:solidFill>
              <a:schemeClr val="accent1"/>
            </a:solidFill>
            <a:ln cap="flat"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Times New Roman"/>
                <a:ea typeface="Times New Roman"/>
                <a:cs typeface="Times New Roman"/>
                <a:sym typeface="Times New Roman"/>
              </a:endParaRPr>
            </a:p>
          </p:txBody>
        </p:sp>
        <p:sp>
          <p:nvSpPr>
            <p:cNvPr id="387" name="Google Shape;387;p22"/>
            <p:cNvSpPr/>
            <p:nvPr/>
          </p:nvSpPr>
          <p:spPr>
            <a:xfrm>
              <a:off x="2928" y="2308"/>
              <a:ext cx="214" cy="232"/>
            </a:xfrm>
            <a:prstGeom prst="ellipse">
              <a:avLst/>
            </a:prstGeom>
            <a:solidFill>
              <a:schemeClr val="accent1"/>
            </a:solidFill>
            <a:ln cap="flat"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Times New Roman"/>
                <a:ea typeface="Times New Roman"/>
                <a:cs typeface="Times New Roman"/>
                <a:sym typeface="Times New Roman"/>
              </a:endParaRPr>
            </a:p>
          </p:txBody>
        </p:sp>
        <p:sp>
          <p:nvSpPr>
            <p:cNvPr id="388" name="Google Shape;388;p22"/>
            <p:cNvSpPr/>
            <p:nvPr/>
          </p:nvSpPr>
          <p:spPr>
            <a:xfrm>
              <a:off x="1853" y="2529"/>
              <a:ext cx="631" cy="256"/>
            </a:xfrm>
            <a:prstGeom prst="rect">
              <a:avLst/>
            </a:prstGeom>
            <a:noFill/>
            <a:ln>
              <a:noFill/>
            </a:ln>
          </p:spPr>
          <p:txBody>
            <a:bodyPr anchorCtr="0" anchor="t" bIns="44450" lIns="90475" spcFirstLastPara="1" rIns="90475" wrap="square" tIns="44450">
              <a:spAutoFit/>
            </a:bodyPr>
            <a:lstStyle/>
            <a:p>
              <a:pPr indent="0" lvl="0" marL="0" marR="0" rtl="0" algn="l">
                <a:spcBef>
                  <a:spcPts val="0"/>
                </a:spcBef>
                <a:spcAft>
                  <a:spcPts val="0"/>
                </a:spcAft>
                <a:buNone/>
              </a:pPr>
              <a:r>
                <a:rPr lang="en-US" sz="1600">
                  <a:solidFill>
                    <a:schemeClr val="lt1"/>
                  </a:solidFill>
                  <a:latin typeface="Times New Roman"/>
                  <a:ea typeface="Times New Roman"/>
                  <a:cs typeface="Times New Roman"/>
                  <a:sym typeface="Times New Roman"/>
                </a:rPr>
                <a:t>location</a:t>
              </a:r>
              <a:endParaRPr/>
            </a:p>
          </p:txBody>
        </p:sp>
        <p:sp>
          <p:nvSpPr>
            <p:cNvPr id="389" name="Google Shape;389;p22"/>
            <p:cNvSpPr/>
            <p:nvPr/>
          </p:nvSpPr>
          <p:spPr>
            <a:xfrm>
              <a:off x="2740" y="2529"/>
              <a:ext cx="682" cy="256"/>
            </a:xfrm>
            <a:prstGeom prst="rect">
              <a:avLst/>
            </a:prstGeom>
            <a:noFill/>
            <a:ln>
              <a:noFill/>
            </a:ln>
          </p:spPr>
          <p:txBody>
            <a:bodyPr anchorCtr="0" anchor="t" bIns="44450" lIns="90475" spcFirstLastPara="1" rIns="90475" wrap="square" tIns="44450">
              <a:spAutoFit/>
            </a:bodyPr>
            <a:lstStyle/>
            <a:p>
              <a:pPr indent="0" lvl="0" marL="0" marR="0" rtl="0" algn="l">
                <a:spcBef>
                  <a:spcPts val="0"/>
                </a:spcBef>
                <a:spcAft>
                  <a:spcPts val="0"/>
                </a:spcAft>
                <a:buNone/>
              </a:pPr>
              <a:r>
                <a:rPr lang="en-US" sz="1600">
                  <a:solidFill>
                    <a:schemeClr val="lt1"/>
                  </a:solidFill>
                  <a:latin typeface="Times New Roman"/>
                  <a:ea typeface="Times New Roman"/>
                  <a:cs typeface="Times New Roman"/>
                  <a:sym typeface="Times New Roman"/>
                </a:rPr>
                <a:t>direction</a:t>
              </a:r>
              <a:endParaRPr/>
            </a:p>
          </p:txBody>
        </p:sp>
        <p:sp>
          <p:nvSpPr>
            <p:cNvPr id="390" name="Google Shape;390;p22"/>
            <p:cNvSpPr/>
            <p:nvPr/>
          </p:nvSpPr>
          <p:spPr>
            <a:xfrm>
              <a:off x="2296" y="3058"/>
              <a:ext cx="730" cy="255"/>
            </a:xfrm>
            <a:prstGeom prst="rect">
              <a:avLst/>
            </a:prstGeom>
            <a:noFill/>
            <a:ln>
              <a:noFill/>
            </a:ln>
          </p:spPr>
          <p:txBody>
            <a:bodyPr anchorCtr="0" anchor="t" bIns="44450" lIns="90475" spcFirstLastPara="1" rIns="90475" wrap="square" tIns="44450">
              <a:spAutoFit/>
            </a:bodyPr>
            <a:lstStyle/>
            <a:p>
              <a:pPr indent="0" lvl="0" marL="0" marR="0" rtl="0" algn="l">
                <a:spcBef>
                  <a:spcPts val="0"/>
                </a:spcBef>
                <a:spcAft>
                  <a:spcPts val="0"/>
                </a:spcAft>
                <a:buNone/>
              </a:pPr>
              <a:r>
                <a:rPr lang="en-US" sz="1600">
                  <a:solidFill>
                    <a:schemeClr val="lt1"/>
                  </a:solidFill>
                  <a:latin typeface="Times New Roman"/>
                  <a:ea typeface="Times New Roman"/>
                  <a:cs typeface="Times New Roman"/>
                  <a:sym typeface="Times New Roman"/>
                </a:rPr>
                <a:t>penDown</a:t>
              </a:r>
              <a:endParaRPr/>
            </a:p>
          </p:txBody>
        </p:sp>
        <p:sp>
          <p:nvSpPr>
            <p:cNvPr id="391" name="Google Shape;391;p22"/>
            <p:cNvSpPr/>
            <p:nvPr/>
          </p:nvSpPr>
          <p:spPr>
            <a:xfrm>
              <a:off x="1732" y="1300"/>
              <a:ext cx="435" cy="568"/>
            </a:xfrm>
            <a:prstGeom prst="rect">
              <a:avLst/>
            </a:prstGeom>
            <a:solidFill>
              <a:srgbClr val="FF3300"/>
            </a:solidFill>
            <a:ln cap="flat" cmpd="sng" w="127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Times New Roman"/>
                  <a:ea typeface="Times New Roman"/>
                  <a:cs typeface="Times New Roman"/>
                  <a:sym typeface="Times New Roman"/>
                </a:rPr>
                <a:t>home</a:t>
              </a:r>
              <a:endParaRPr/>
            </a:p>
          </p:txBody>
        </p:sp>
        <p:sp>
          <p:nvSpPr>
            <p:cNvPr id="392" name="Google Shape;392;p22"/>
            <p:cNvSpPr/>
            <p:nvPr/>
          </p:nvSpPr>
          <p:spPr>
            <a:xfrm>
              <a:off x="2219" y="1300"/>
              <a:ext cx="436" cy="568"/>
            </a:xfrm>
            <a:prstGeom prst="rect">
              <a:avLst/>
            </a:prstGeom>
            <a:solidFill>
              <a:srgbClr val="FF3300"/>
            </a:solidFill>
            <a:ln cap="flat" cmpd="sng" w="127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Times New Roman"/>
                  <a:ea typeface="Times New Roman"/>
                  <a:cs typeface="Times New Roman"/>
                  <a:sym typeface="Times New Roman"/>
                </a:rPr>
                <a:t>up</a:t>
              </a:r>
              <a:endParaRPr/>
            </a:p>
          </p:txBody>
        </p:sp>
        <p:sp>
          <p:nvSpPr>
            <p:cNvPr id="393" name="Google Shape;393;p22"/>
            <p:cNvSpPr/>
            <p:nvPr/>
          </p:nvSpPr>
          <p:spPr>
            <a:xfrm>
              <a:off x="2706" y="1300"/>
              <a:ext cx="436" cy="568"/>
            </a:xfrm>
            <a:prstGeom prst="rect">
              <a:avLst/>
            </a:prstGeom>
            <a:solidFill>
              <a:srgbClr val="FF3300"/>
            </a:solidFill>
            <a:ln cap="flat" cmpd="sng" w="127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Times New Roman"/>
                  <a:ea typeface="Times New Roman"/>
                  <a:cs typeface="Times New Roman"/>
                  <a:sym typeface="Times New Roman"/>
                </a:rPr>
                <a:t>down</a:t>
              </a:r>
              <a:endParaRPr/>
            </a:p>
          </p:txBody>
        </p:sp>
        <p:sp>
          <p:nvSpPr>
            <p:cNvPr id="394" name="Google Shape;394;p22"/>
            <p:cNvSpPr/>
            <p:nvPr/>
          </p:nvSpPr>
          <p:spPr>
            <a:xfrm>
              <a:off x="3194" y="1300"/>
              <a:ext cx="436" cy="568"/>
            </a:xfrm>
            <a:prstGeom prst="rect">
              <a:avLst/>
            </a:prstGeom>
            <a:solidFill>
              <a:srgbClr val="FF3300"/>
            </a:solidFill>
            <a:ln cap="flat" cmpd="sng" w="127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Times New Roman"/>
                  <a:ea typeface="Times New Roman"/>
                  <a:cs typeface="Times New Roman"/>
                  <a:sym typeface="Times New Roman"/>
                </a:rPr>
                <a:t>write</a:t>
              </a:r>
              <a:endParaRPr/>
            </a:p>
          </p:txBody>
        </p:sp>
      </p:grpSp>
      <p:grpSp>
        <p:nvGrpSpPr>
          <p:cNvPr id="395" name="Google Shape;395;p22"/>
          <p:cNvGrpSpPr/>
          <p:nvPr/>
        </p:nvGrpSpPr>
        <p:grpSpPr>
          <a:xfrm>
            <a:off x="1474788" y="3573463"/>
            <a:ext cx="1800225" cy="469900"/>
            <a:chOff x="839" y="1480"/>
            <a:chExt cx="1134" cy="296"/>
          </a:xfrm>
        </p:grpSpPr>
        <p:sp>
          <p:nvSpPr>
            <p:cNvPr id="396" name="Google Shape;396;p22"/>
            <p:cNvSpPr txBox="1"/>
            <p:nvPr/>
          </p:nvSpPr>
          <p:spPr>
            <a:xfrm>
              <a:off x="839" y="1480"/>
              <a:ext cx="603" cy="296"/>
            </a:xfrm>
            <a:prstGeom prst="rect">
              <a:avLst/>
            </a:prstGeom>
            <a:solidFill>
              <a:schemeClr val="lt2"/>
            </a:solidFill>
            <a:ln cap="flat" cmpd="sng" w="12700">
              <a:solidFill>
                <a:srgbClr val="FF3300"/>
              </a:solidFill>
              <a:prstDash val="solid"/>
              <a:miter lim="800000"/>
              <a:headEnd len="sm" w="sm" type="none"/>
              <a:tailEnd len="sm" w="sm" type="none"/>
            </a:ln>
          </p:spPr>
          <p:txBody>
            <a:bodyPr anchorCtr="1" anchor="t" bIns="45700" lIns="91425" spcFirstLastPara="1" rIns="91425" wrap="square" tIns="45700">
              <a:spAutoFit/>
            </a:bodyPr>
            <a:lstStyle/>
            <a:p>
              <a:pPr indent="0" lvl="0" marL="0" marR="0" rtl="0" algn="ctr">
                <a:spcBef>
                  <a:spcPts val="0"/>
                </a:spcBef>
                <a:spcAft>
                  <a:spcPts val="0"/>
                </a:spcAft>
                <a:buNone/>
              </a:pPr>
              <a:r>
                <a:rPr lang="en-US" sz="2400">
                  <a:solidFill>
                    <a:srgbClr val="FF3300"/>
                  </a:solidFill>
                  <a:latin typeface="Times New Roman"/>
                  <a:ea typeface="Times New Roman"/>
                  <a:cs typeface="Times New Roman"/>
                  <a:sym typeface="Times New Roman"/>
                </a:rPr>
                <a:t>public</a:t>
              </a:r>
              <a:endParaRPr/>
            </a:p>
          </p:txBody>
        </p:sp>
        <p:sp>
          <p:nvSpPr>
            <p:cNvPr id="397" name="Google Shape;397;p22"/>
            <p:cNvSpPr/>
            <p:nvPr/>
          </p:nvSpPr>
          <p:spPr>
            <a:xfrm>
              <a:off x="1429" y="1525"/>
              <a:ext cx="544" cy="227"/>
            </a:xfrm>
            <a:prstGeom prst="rightArrow">
              <a:avLst>
                <a:gd fmla="val 50000" name="adj1"/>
                <a:gd fmla="val 59912" name="adj2"/>
              </a:avLst>
            </a:prstGeom>
            <a:solidFill>
              <a:schemeClr val="hlink"/>
            </a:solid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t/>
              </a:r>
              <a:endParaRPr sz="2400">
                <a:solidFill>
                  <a:schemeClr val="lt1"/>
                </a:solidFill>
                <a:latin typeface="Times New Roman"/>
                <a:ea typeface="Times New Roman"/>
                <a:cs typeface="Times New Roman"/>
                <a:sym typeface="Times New Roman"/>
              </a:endParaRPr>
            </a:p>
          </p:txBody>
        </p:sp>
      </p:grpSp>
      <p:grpSp>
        <p:nvGrpSpPr>
          <p:cNvPr id="398" name="Google Shape;398;p22"/>
          <p:cNvGrpSpPr/>
          <p:nvPr/>
        </p:nvGrpSpPr>
        <p:grpSpPr>
          <a:xfrm>
            <a:off x="1600200" y="4953000"/>
            <a:ext cx="1943100" cy="469900"/>
            <a:chOff x="703" y="2432"/>
            <a:chExt cx="1224" cy="296"/>
          </a:xfrm>
        </p:grpSpPr>
        <p:sp>
          <p:nvSpPr>
            <p:cNvPr id="399" name="Google Shape;399;p22"/>
            <p:cNvSpPr txBox="1"/>
            <p:nvPr/>
          </p:nvSpPr>
          <p:spPr>
            <a:xfrm>
              <a:off x="703" y="2432"/>
              <a:ext cx="656" cy="296"/>
            </a:xfrm>
            <a:prstGeom prst="rect">
              <a:avLst/>
            </a:prstGeom>
            <a:solidFill>
              <a:schemeClr val="lt2"/>
            </a:solidFill>
            <a:ln cap="flat" cmpd="sng" w="12700">
              <a:solidFill>
                <a:srgbClr val="FF3300"/>
              </a:solidFill>
              <a:prstDash val="solid"/>
              <a:miter lim="800000"/>
              <a:headEnd len="sm" w="sm" type="none"/>
              <a:tailEnd len="sm" w="sm" type="none"/>
            </a:ln>
          </p:spPr>
          <p:txBody>
            <a:bodyPr anchorCtr="1" anchor="t" bIns="45700" lIns="91425" spcFirstLastPara="1" rIns="91425" wrap="square" tIns="45700">
              <a:spAutoFit/>
            </a:bodyPr>
            <a:lstStyle/>
            <a:p>
              <a:pPr indent="0" lvl="0" marL="0" marR="0" rtl="0" algn="ctr">
                <a:spcBef>
                  <a:spcPts val="0"/>
                </a:spcBef>
                <a:spcAft>
                  <a:spcPts val="0"/>
                </a:spcAft>
                <a:buNone/>
              </a:pPr>
              <a:r>
                <a:rPr lang="en-US" sz="2400">
                  <a:solidFill>
                    <a:srgbClr val="FF3300"/>
                  </a:solidFill>
                  <a:latin typeface="Times New Roman"/>
                  <a:ea typeface="Times New Roman"/>
                  <a:cs typeface="Times New Roman"/>
                  <a:sym typeface="Times New Roman"/>
                </a:rPr>
                <a:t>private</a:t>
              </a:r>
              <a:endParaRPr/>
            </a:p>
          </p:txBody>
        </p:sp>
        <p:sp>
          <p:nvSpPr>
            <p:cNvPr id="400" name="Google Shape;400;p22"/>
            <p:cNvSpPr/>
            <p:nvPr/>
          </p:nvSpPr>
          <p:spPr>
            <a:xfrm>
              <a:off x="1383" y="2478"/>
              <a:ext cx="544" cy="227"/>
            </a:xfrm>
            <a:prstGeom prst="rightArrow">
              <a:avLst>
                <a:gd fmla="val 50000" name="adj1"/>
                <a:gd fmla="val 59912" name="adj2"/>
              </a:avLst>
            </a:prstGeom>
            <a:solidFill>
              <a:schemeClr val="hlink"/>
            </a:solid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t/>
              </a:r>
              <a:endParaRPr sz="2400">
                <a:solidFill>
                  <a:schemeClr val="lt1"/>
                </a:solidFill>
                <a:latin typeface="Times New Roman"/>
                <a:ea typeface="Times New Roman"/>
                <a:cs typeface="Times New Roman"/>
                <a:sym typeface="Times New Roman"/>
              </a:endParaRPr>
            </a:p>
          </p:txBody>
        </p:sp>
      </p:grpSp>
      <p:sp>
        <p:nvSpPr>
          <p:cNvPr id="401" name="Google Shape;401;p22"/>
          <p:cNvSpPr txBox="1"/>
          <p:nvPr>
            <p:ph idx="12" type="sldNum"/>
          </p:nvPr>
        </p:nvSpPr>
        <p:spPr>
          <a:xfrm>
            <a:off x="7092950" y="6248400"/>
            <a:ext cx="1905000" cy="4572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5"/>
                                        </p:tgtEl>
                                        <p:attrNameLst>
                                          <p:attrName>style.visibility</p:attrName>
                                        </p:attrNameLst>
                                      </p:cBhvr>
                                      <p:to>
                                        <p:strVal val="visible"/>
                                      </p:to>
                                    </p:set>
                                    <p:animEffect filter="fade" transition="in">
                                      <p:cBhvr>
                                        <p:cTn dur="500"/>
                                        <p:tgtEl>
                                          <p:spTgt spid="39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8"/>
                                        </p:tgtEl>
                                        <p:attrNameLst>
                                          <p:attrName>style.visibility</p:attrName>
                                        </p:attrNameLst>
                                      </p:cBhvr>
                                      <p:to>
                                        <p:strVal val="visible"/>
                                      </p:to>
                                    </p:set>
                                    <p:animEffect filter="fade" transition="in">
                                      <p:cBhvr>
                                        <p:cTn dur="500"/>
                                        <p:tgtEl>
                                          <p:spTgt spid="39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05" name="Shape 405"/>
        <p:cNvGrpSpPr/>
        <p:nvPr/>
      </p:nvGrpSpPr>
      <p:grpSpPr>
        <a:xfrm>
          <a:off x="0" y="0"/>
          <a:ext cx="0" cy="0"/>
          <a:chOff x="0" y="0"/>
          <a:chExt cx="0" cy="0"/>
        </a:xfrm>
      </p:grpSpPr>
      <p:sp>
        <p:nvSpPr>
          <p:cNvPr id="406" name="Google Shape;406;p23"/>
          <p:cNvSpPr txBox="1"/>
          <p:nvPr>
            <p:ph type="title"/>
          </p:nvPr>
        </p:nvSpPr>
        <p:spPr>
          <a:xfrm>
            <a:off x="611188" y="198438"/>
            <a:ext cx="7588250" cy="6858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Programming Implications</a:t>
            </a:r>
            <a:endParaRPr/>
          </a:p>
        </p:txBody>
      </p:sp>
      <p:sp>
        <p:nvSpPr>
          <p:cNvPr id="407" name="Google Shape;407;p23"/>
          <p:cNvSpPr txBox="1"/>
          <p:nvPr>
            <p:ph idx="1" type="body"/>
          </p:nvPr>
        </p:nvSpPr>
        <p:spPr>
          <a:xfrm>
            <a:off x="609600" y="1266825"/>
            <a:ext cx="8305800" cy="4905375"/>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2100"/>
              <a:buChar char="●"/>
            </a:pPr>
            <a:r>
              <a:rPr lang="en-US" sz="2800"/>
              <a:t>Encapsulation makes programming easier</a:t>
            </a:r>
            <a:endParaRPr/>
          </a:p>
          <a:p>
            <a:pPr indent="-285750" lvl="1" marL="742950" rtl="0" algn="l">
              <a:spcBef>
                <a:spcPts val="480"/>
              </a:spcBef>
              <a:spcAft>
                <a:spcPts val="0"/>
              </a:spcAft>
              <a:buSzPts val="2400"/>
              <a:buFont typeface="Times New Roman"/>
              <a:buChar char="•"/>
            </a:pPr>
            <a:r>
              <a:rPr lang="en-US" sz="2400"/>
              <a:t>As long as the contract is the same, the client doesn’t care about the implementation</a:t>
            </a:r>
            <a:endParaRPr/>
          </a:p>
          <a:p>
            <a:pPr indent="-209550" lvl="0" marL="342900" rtl="0" algn="l">
              <a:spcBef>
                <a:spcPts val="560"/>
              </a:spcBef>
              <a:spcAft>
                <a:spcPts val="0"/>
              </a:spcAft>
              <a:buSzPts val="2100"/>
              <a:buNone/>
            </a:pPr>
            <a:r>
              <a:t/>
            </a:r>
            <a:endParaRPr sz="2800"/>
          </a:p>
          <a:p>
            <a:pPr indent="-342900" lvl="0" marL="342900" rtl="0" algn="l">
              <a:spcBef>
                <a:spcPts val="560"/>
              </a:spcBef>
              <a:spcAft>
                <a:spcPts val="0"/>
              </a:spcAft>
              <a:buSzPts val="2100"/>
              <a:buChar char="●"/>
            </a:pPr>
            <a:r>
              <a:rPr lang="en-US" sz="2800"/>
              <a:t>In Java, as long as the method signatures are the same, the implementation details can be changed</a:t>
            </a:r>
            <a:endParaRPr/>
          </a:p>
          <a:p>
            <a:pPr indent="-285750" lvl="1" marL="742950" rtl="0" algn="l">
              <a:spcBef>
                <a:spcPts val="480"/>
              </a:spcBef>
              <a:spcAft>
                <a:spcPts val="0"/>
              </a:spcAft>
              <a:buSzPts val="2400"/>
              <a:buFont typeface="Times New Roman"/>
              <a:buChar char="•"/>
            </a:pPr>
            <a:r>
              <a:rPr lang="en-US" sz="2400"/>
              <a:t>In other words, I can write my program using simple implementations; then, if necessary, I can replace some of the simple implementations with efficient implementations</a:t>
            </a:r>
            <a:endParaRPr/>
          </a:p>
        </p:txBody>
      </p:sp>
      <p:sp>
        <p:nvSpPr>
          <p:cNvPr id="408" name="Google Shape;408;p23"/>
          <p:cNvSpPr txBox="1"/>
          <p:nvPr>
            <p:ph idx="12" type="sldNum"/>
          </p:nvPr>
        </p:nvSpPr>
        <p:spPr>
          <a:xfrm>
            <a:off x="7092950" y="6248400"/>
            <a:ext cx="1905000" cy="4572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spd="med">
    <p:diamond/>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07">
                                            <p:txEl>
                                              <p:pRg end="0" st="0"/>
                                            </p:txEl>
                                          </p:spTgt>
                                        </p:tgtEl>
                                        <p:attrNameLst>
                                          <p:attrName>style.visibility</p:attrName>
                                        </p:attrNameLst>
                                      </p:cBhvr>
                                      <p:to>
                                        <p:strVal val="visible"/>
                                      </p:to>
                                    </p:set>
                                    <p:anim calcmode="lin" valueType="num">
                                      <p:cBhvr additive="base">
                                        <p:cTn dur="500"/>
                                        <p:tgtEl>
                                          <p:spTgt spid="407">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07">
                                            <p:txEl>
                                              <p:pRg end="1" st="1"/>
                                            </p:txEl>
                                          </p:spTgt>
                                        </p:tgtEl>
                                        <p:attrNameLst>
                                          <p:attrName>style.visibility</p:attrName>
                                        </p:attrNameLst>
                                      </p:cBhvr>
                                      <p:to>
                                        <p:strVal val="visible"/>
                                      </p:to>
                                    </p:set>
                                    <p:anim calcmode="lin" valueType="num">
                                      <p:cBhvr additive="base">
                                        <p:cTn dur="500"/>
                                        <p:tgtEl>
                                          <p:spTgt spid="407">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07">
                                            <p:txEl>
                                              <p:pRg end="2" st="2"/>
                                            </p:txEl>
                                          </p:spTgt>
                                        </p:tgtEl>
                                        <p:attrNameLst>
                                          <p:attrName>style.visibility</p:attrName>
                                        </p:attrNameLst>
                                      </p:cBhvr>
                                      <p:to>
                                        <p:strVal val="visible"/>
                                      </p:to>
                                    </p:set>
                                    <p:anim calcmode="lin" valueType="num">
                                      <p:cBhvr additive="base">
                                        <p:cTn dur="500"/>
                                        <p:tgtEl>
                                          <p:spTgt spid="407">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07">
                                            <p:txEl>
                                              <p:pRg end="3" st="3"/>
                                            </p:txEl>
                                          </p:spTgt>
                                        </p:tgtEl>
                                        <p:attrNameLst>
                                          <p:attrName>style.visibility</p:attrName>
                                        </p:attrNameLst>
                                      </p:cBhvr>
                                      <p:to>
                                        <p:strVal val="visible"/>
                                      </p:to>
                                    </p:set>
                                    <p:anim calcmode="lin" valueType="num">
                                      <p:cBhvr additive="base">
                                        <p:cTn dur="500"/>
                                        <p:tgtEl>
                                          <p:spTgt spid="407">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07">
                                            <p:txEl>
                                              <p:pRg end="4" st="4"/>
                                            </p:txEl>
                                          </p:spTgt>
                                        </p:tgtEl>
                                        <p:attrNameLst>
                                          <p:attrName>style.visibility</p:attrName>
                                        </p:attrNameLst>
                                      </p:cBhvr>
                                      <p:to>
                                        <p:strVal val="visible"/>
                                      </p:to>
                                    </p:set>
                                    <p:anim calcmode="lin" valueType="num">
                                      <p:cBhvr additive="base">
                                        <p:cTn dur="500"/>
                                        <p:tgtEl>
                                          <p:spTgt spid="407">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12" name="Shape 412"/>
        <p:cNvGrpSpPr/>
        <p:nvPr/>
      </p:nvGrpSpPr>
      <p:grpSpPr>
        <a:xfrm>
          <a:off x="0" y="0"/>
          <a:ext cx="0" cy="0"/>
          <a:chOff x="0" y="0"/>
          <a:chExt cx="0" cy="0"/>
        </a:xfrm>
      </p:grpSpPr>
      <p:sp>
        <p:nvSpPr>
          <p:cNvPr id="413" name="Google Shape;413;p24"/>
          <p:cNvSpPr txBox="1"/>
          <p:nvPr>
            <p:ph type="title"/>
          </p:nvPr>
        </p:nvSpPr>
        <p:spPr>
          <a:xfrm>
            <a:off x="611188" y="198438"/>
            <a:ext cx="7588250" cy="6858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Car Objects</a:t>
            </a:r>
            <a:endParaRPr/>
          </a:p>
        </p:txBody>
      </p:sp>
      <p:pic>
        <p:nvPicPr>
          <p:cNvPr descr="TN00623_[1]" id="414" name="Google Shape;414;p24"/>
          <p:cNvPicPr preferRelativeResize="0"/>
          <p:nvPr/>
        </p:nvPicPr>
        <p:blipFill rotWithShape="1">
          <a:blip r:embed="rId3">
            <a:alphaModFix/>
          </a:blip>
          <a:srcRect b="0" l="0" r="0" t="0"/>
          <a:stretch/>
        </p:blipFill>
        <p:spPr>
          <a:xfrm>
            <a:off x="3419475" y="2636838"/>
            <a:ext cx="2592388" cy="1093787"/>
          </a:xfrm>
          <a:prstGeom prst="rect">
            <a:avLst/>
          </a:prstGeom>
          <a:noFill/>
          <a:ln>
            <a:noFill/>
          </a:ln>
        </p:spPr>
      </p:pic>
      <p:pic>
        <p:nvPicPr>
          <p:cNvPr descr="TN00557_[1]" id="415" name="Google Shape;415;p24"/>
          <p:cNvPicPr preferRelativeResize="0"/>
          <p:nvPr/>
        </p:nvPicPr>
        <p:blipFill rotWithShape="1">
          <a:blip r:embed="rId4">
            <a:alphaModFix/>
          </a:blip>
          <a:srcRect b="0" l="0" r="0" t="0"/>
          <a:stretch/>
        </p:blipFill>
        <p:spPr>
          <a:xfrm>
            <a:off x="3132138" y="4279900"/>
            <a:ext cx="2592387" cy="987425"/>
          </a:xfrm>
          <a:prstGeom prst="rect">
            <a:avLst/>
          </a:prstGeom>
          <a:noFill/>
          <a:ln>
            <a:noFill/>
          </a:ln>
        </p:spPr>
      </p:pic>
      <p:pic>
        <p:nvPicPr>
          <p:cNvPr descr="TN00554_[1]" id="416" name="Google Shape;416;p24"/>
          <p:cNvPicPr preferRelativeResize="0"/>
          <p:nvPr/>
        </p:nvPicPr>
        <p:blipFill rotWithShape="1">
          <a:blip r:embed="rId5">
            <a:alphaModFix/>
          </a:blip>
          <a:srcRect b="0" l="0" r="0" t="0"/>
          <a:stretch/>
        </p:blipFill>
        <p:spPr>
          <a:xfrm>
            <a:off x="6372225" y="2924175"/>
            <a:ext cx="2376488" cy="941388"/>
          </a:xfrm>
          <a:prstGeom prst="rect">
            <a:avLst/>
          </a:prstGeom>
          <a:noFill/>
          <a:ln>
            <a:noFill/>
          </a:ln>
        </p:spPr>
      </p:pic>
      <p:pic>
        <p:nvPicPr>
          <p:cNvPr descr="TN00552_[1]" id="417" name="Google Shape;417;p24"/>
          <p:cNvPicPr preferRelativeResize="0"/>
          <p:nvPr/>
        </p:nvPicPr>
        <p:blipFill rotWithShape="1">
          <a:blip r:embed="rId6">
            <a:alphaModFix/>
          </a:blip>
          <a:srcRect b="0" l="0" r="0" t="0"/>
          <a:stretch/>
        </p:blipFill>
        <p:spPr>
          <a:xfrm>
            <a:off x="2484438" y="5516563"/>
            <a:ext cx="2232025" cy="992187"/>
          </a:xfrm>
          <a:prstGeom prst="rect">
            <a:avLst/>
          </a:prstGeom>
          <a:noFill/>
          <a:ln>
            <a:noFill/>
          </a:ln>
        </p:spPr>
      </p:pic>
      <p:pic>
        <p:nvPicPr>
          <p:cNvPr descr="TN00550_[1]" id="418" name="Google Shape;418;p24"/>
          <p:cNvPicPr preferRelativeResize="0"/>
          <p:nvPr/>
        </p:nvPicPr>
        <p:blipFill rotWithShape="1">
          <a:blip r:embed="rId7">
            <a:alphaModFix/>
          </a:blip>
          <a:srcRect b="0" l="0" r="0" t="0"/>
          <a:stretch/>
        </p:blipFill>
        <p:spPr>
          <a:xfrm>
            <a:off x="755650" y="1412875"/>
            <a:ext cx="2520950" cy="977900"/>
          </a:xfrm>
          <a:prstGeom prst="rect">
            <a:avLst/>
          </a:prstGeom>
          <a:noFill/>
          <a:ln>
            <a:noFill/>
          </a:ln>
        </p:spPr>
      </p:pic>
      <p:pic>
        <p:nvPicPr>
          <p:cNvPr descr="TN00549_[1]" id="419" name="Google Shape;419;p24"/>
          <p:cNvPicPr preferRelativeResize="0"/>
          <p:nvPr/>
        </p:nvPicPr>
        <p:blipFill rotWithShape="1">
          <a:blip r:embed="rId8">
            <a:alphaModFix/>
          </a:blip>
          <a:srcRect b="0" l="0" r="0" t="0"/>
          <a:stretch/>
        </p:blipFill>
        <p:spPr>
          <a:xfrm>
            <a:off x="5219700" y="5300663"/>
            <a:ext cx="3300413" cy="1027112"/>
          </a:xfrm>
          <a:prstGeom prst="rect">
            <a:avLst/>
          </a:prstGeom>
          <a:noFill/>
          <a:ln>
            <a:noFill/>
          </a:ln>
        </p:spPr>
      </p:pic>
      <p:pic>
        <p:nvPicPr>
          <p:cNvPr descr="TN00548_[1]" id="420" name="Google Shape;420;p24"/>
          <p:cNvPicPr preferRelativeResize="0"/>
          <p:nvPr/>
        </p:nvPicPr>
        <p:blipFill rotWithShape="1">
          <a:blip r:embed="rId9">
            <a:alphaModFix/>
          </a:blip>
          <a:srcRect b="0" l="0" r="0" t="0"/>
          <a:stretch/>
        </p:blipFill>
        <p:spPr>
          <a:xfrm>
            <a:off x="6516688" y="1268413"/>
            <a:ext cx="2232025" cy="1068387"/>
          </a:xfrm>
          <a:prstGeom prst="rect">
            <a:avLst/>
          </a:prstGeom>
          <a:noFill/>
          <a:ln>
            <a:noFill/>
          </a:ln>
        </p:spPr>
      </p:pic>
      <p:pic>
        <p:nvPicPr>
          <p:cNvPr descr="TN00547_[1]" id="421" name="Google Shape;421;p24"/>
          <p:cNvPicPr preferRelativeResize="0"/>
          <p:nvPr/>
        </p:nvPicPr>
        <p:blipFill rotWithShape="1">
          <a:blip r:embed="rId10">
            <a:alphaModFix/>
          </a:blip>
          <a:srcRect b="0" l="0" r="0" t="0"/>
          <a:stretch/>
        </p:blipFill>
        <p:spPr>
          <a:xfrm>
            <a:off x="6372225" y="3860800"/>
            <a:ext cx="2435225" cy="1254125"/>
          </a:xfrm>
          <a:prstGeom prst="rect">
            <a:avLst/>
          </a:prstGeom>
          <a:noFill/>
          <a:ln>
            <a:noFill/>
          </a:ln>
        </p:spPr>
      </p:pic>
      <p:pic>
        <p:nvPicPr>
          <p:cNvPr descr="TN00544_[1]" id="422" name="Google Shape;422;p24"/>
          <p:cNvPicPr preferRelativeResize="0"/>
          <p:nvPr/>
        </p:nvPicPr>
        <p:blipFill rotWithShape="1">
          <a:blip r:embed="rId11">
            <a:alphaModFix/>
          </a:blip>
          <a:srcRect b="0" l="0" r="0" t="0"/>
          <a:stretch/>
        </p:blipFill>
        <p:spPr>
          <a:xfrm>
            <a:off x="684213" y="2781300"/>
            <a:ext cx="2447925" cy="1063625"/>
          </a:xfrm>
          <a:prstGeom prst="rect">
            <a:avLst/>
          </a:prstGeom>
          <a:noFill/>
          <a:ln>
            <a:noFill/>
          </a:ln>
        </p:spPr>
      </p:pic>
      <p:pic>
        <p:nvPicPr>
          <p:cNvPr descr="TN00540_[1]" id="423" name="Google Shape;423;p24"/>
          <p:cNvPicPr preferRelativeResize="0"/>
          <p:nvPr/>
        </p:nvPicPr>
        <p:blipFill rotWithShape="1">
          <a:blip r:embed="rId12">
            <a:alphaModFix/>
          </a:blip>
          <a:srcRect b="0" l="0" r="0" t="0"/>
          <a:stretch/>
        </p:blipFill>
        <p:spPr>
          <a:xfrm>
            <a:off x="611188" y="4149725"/>
            <a:ext cx="2447925" cy="1319213"/>
          </a:xfrm>
          <a:prstGeom prst="rect">
            <a:avLst/>
          </a:prstGeom>
          <a:noFill/>
          <a:ln>
            <a:noFill/>
          </a:ln>
        </p:spPr>
      </p:pic>
      <p:pic>
        <p:nvPicPr>
          <p:cNvPr descr="TN00539_[1]" id="424" name="Google Shape;424;p24"/>
          <p:cNvPicPr preferRelativeResize="0"/>
          <p:nvPr>
            <p:ph idx="2" type="body"/>
          </p:nvPr>
        </p:nvPicPr>
        <p:blipFill rotWithShape="1">
          <a:blip r:embed="rId13">
            <a:alphaModFix/>
          </a:blip>
          <a:srcRect b="0" l="0" r="0" t="0"/>
          <a:stretch/>
        </p:blipFill>
        <p:spPr>
          <a:xfrm>
            <a:off x="3492500" y="1341438"/>
            <a:ext cx="2447925" cy="1060450"/>
          </a:xfrm>
          <a:prstGeom prst="rect">
            <a:avLst/>
          </a:prstGeom>
          <a:noFill/>
          <a:ln>
            <a:noFill/>
          </a:ln>
        </p:spPr>
      </p:pic>
      <p:sp>
        <p:nvSpPr>
          <p:cNvPr id="425" name="Google Shape;425;p24"/>
          <p:cNvSpPr txBox="1"/>
          <p:nvPr>
            <p:ph idx="12" type="sldNum"/>
          </p:nvPr>
        </p:nvSpPr>
        <p:spPr>
          <a:xfrm>
            <a:off x="7092950" y="6248400"/>
            <a:ext cx="1905000" cy="4572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29" name="Shape 429"/>
        <p:cNvGrpSpPr/>
        <p:nvPr/>
      </p:nvGrpSpPr>
      <p:grpSpPr>
        <a:xfrm>
          <a:off x="0" y="0"/>
          <a:ext cx="0" cy="0"/>
          <a:chOff x="0" y="0"/>
          <a:chExt cx="0" cy="0"/>
        </a:xfrm>
      </p:grpSpPr>
      <p:sp>
        <p:nvSpPr>
          <p:cNvPr id="430" name="Google Shape;430;p25"/>
          <p:cNvSpPr txBox="1"/>
          <p:nvPr>
            <p:ph type="title"/>
          </p:nvPr>
        </p:nvSpPr>
        <p:spPr>
          <a:xfrm>
            <a:off x="611188" y="198438"/>
            <a:ext cx="7588250" cy="6858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Defining class Car</a:t>
            </a:r>
            <a:endParaRPr/>
          </a:p>
        </p:txBody>
      </p:sp>
      <p:sp>
        <p:nvSpPr>
          <p:cNvPr id="431" name="Google Shape;431;p25"/>
          <p:cNvSpPr txBox="1"/>
          <p:nvPr>
            <p:ph idx="1" type="body"/>
          </p:nvPr>
        </p:nvSpPr>
        <p:spPr>
          <a:xfrm>
            <a:off x="609600" y="1266825"/>
            <a:ext cx="8305800" cy="4905375"/>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800"/>
              <a:buChar char="●"/>
            </a:pPr>
            <a:r>
              <a:rPr lang="en-US"/>
              <a:t>What are the common attributes of cars?</a:t>
            </a:r>
            <a:endParaRPr/>
          </a:p>
          <a:p>
            <a:pPr indent="-228600" lvl="0" marL="342900" rtl="0" algn="l">
              <a:spcBef>
                <a:spcPts val="480"/>
              </a:spcBef>
              <a:spcAft>
                <a:spcPts val="0"/>
              </a:spcAft>
              <a:buSzPts val="1800"/>
              <a:buNone/>
            </a:pPr>
            <a:r>
              <a:t/>
            </a:r>
            <a:endParaRPr/>
          </a:p>
          <a:p>
            <a:pPr indent="-342900" lvl="0" marL="342900" rtl="0" algn="l">
              <a:spcBef>
                <a:spcPts val="480"/>
              </a:spcBef>
              <a:spcAft>
                <a:spcPts val="0"/>
              </a:spcAft>
              <a:buSzPts val="1800"/>
              <a:buChar char="●"/>
            </a:pPr>
            <a:r>
              <a:rPr lang="en-US"/>
              <a:t>What are the common behaviors of cars?</a:t>
            </a:r>
            <a:endParaRPr/>
          </a:p>
        </p:txBody>
      </p:sp>
      <p:sp>
        <p:nvSpPr>
          <p:cNvPr id="432" name="Google Shape;432;p25"/>
          <p:cNvSpPr txBox="1"/>
          <p:nvPr>
            <p:ph idx="12" type="sldNum"/>
          </p:nvPr>
        </p:nvSpPr>
        <p:spPr>
          <a:xfrm>
            <a:off x="7092950" y="6248400"/>
            <a:ext cx="1905000" cy="4572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36" name="Shape 436"/>
        <p:cNvGrpSpPr/>
        <p:nvPr/>
      </p:nvGrpSpPr>
      <p:grpSpPr>
        <a:xfrm>
          <a:off x="0" y="0"/>
          <a:ext cx="0" cy="0"/>
          <a:chOff x="0" y="0"/>
          <a:chExt cx="0" cy="0"/>
        </a:xfrm>
      </p:grpSpPr>
      <p:sp>
        <p:nvSpPr>
          <p:cNvPr id="437" name="Google Shape;437;p26"/>
          <p:cNvSpPr txBox="1"/>
          <p:nvPr>
            <p:ph type="title"/>
          </p:nvPr>
        </p:nvSpPr>
        <p:spPr>
          <a:xfrm>
            <a:off x="611188" y="198438"/>
            <a:ext cx="7588250" cy="6858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Class Car </a:t>
            </a:r>
            <a:endParaRPr/>
          </a:p>
        </p:txBody>
      </p:sp>
      <p:sp>
        <p:nvSpPr>
          <p:cNvPr id="438" name="Google Shape;438;p26"/>
          <p:cNvSpPr txBox="1"/>
          <p:nvPr/>
        </p:nvSpPr>
        <p:spPr>
          <a:xfrm>
            <a:off x="2700338" y="1700213"/>
            <a:ext cx="3024187" cy="3762375"/>
          </a:xfrm>
          <a:prstGeom prst="rect">
            <a:avLst/>
          </a:prstGeom>
          <a:solidFill>
            <a:schemeClr val="accent1"/>
          </a:solidFill>
          <a:ln cap="flat" cmpd="sng" w="12700">
            <a:solidFill>
              <a:srgbClr val="FF3300"/>
            </a:solidFill>
            <a:prstDash val="solid"/>
            <a:miter lim="800000"/>
            <a:headEnd len="sm" w="sm" type="none"/>
            <a:tailEnd len="sm" w="sm" type="none"/>
          </a:ln>
        </p:spPr>
        <p:txBody>
          <a:bodyPr anchorCtr="1" anchor="t" bIns="45700" lIns="91425" spcFirstLastPara="1" rIns="91425" wrap="square" tIns="45700">
            <a:spAutoFit/>
          </a:bodyPr>
          <a:lstStyle/>
          <a:p>
            <a:pPr indent="0" lvl="0" marL="0" marR="0" rtl="0" algn="ctr">
              <a:spcBef>
                <a:spcPts val="0"/>
              </a:spcBef>
              <a:spcAft>
                <a:spcPts val="0"/>
              </a:spcAft>
              <a:buNone/>
            </a:pPr>
            <a:r>
              <a:rPr lang="en-US" sz="2000">
                <a:solidFill>
                  <a:srgbClr val="000066"/>
                </a:solidFill>
                <a:latin typeface="Times New Roman"/>
                <a:ea typeface="Times New Roman"/>
                <a:cs typeface="Times New Roman"/>
                <a:sym typeface="Times New Roman"/>
              </a:rPr>
              <a:t>Car</a:t>
            </a:r>
            <a:endParaRPr/>
          </a:p>
          <a:p>
            <a:pPr indent="0" lvl="0" marL="0" marR="0" rtl="0" algn="ctr">
              <a:spcBef>
                <a:spcPts val="0"/>
              </a:spcBef>
              <a:spcAft>
                <a:spcPts val="0"/>
              </a:spcAft>
              <a:buNone/>
            </a:pPr>
            <a:r>
              <a:t/>
            </a:r>
            <a:endParaRPr sz="2000">
              <a:solidFill>
                <a:srgbClr val="000066"/>
              </a:solidFill>
              <a:latin typeface="Times New Roman"/>
              <a:ea typeface="Times New Roman"/>
              <a:cs typeface="Times New Roman"/>
              <a:sym typeface="Times New Roman"/>
            </a:endParaRPr>
          </a:p>
          <a:p>
            <a:pPr indent="0" lvl="0" marL="0" marR="0" rtl="0" algn="ctr">
              <a:spcBef>
                <a:spcPts val="0"/>
              </a:spcBef>
              <a:spcAft>
                <a:spcPts val="0"/>
              </a:spcAft>
              <a:buNone/>
            </a:pPr>
            <a:r>
              <a:t/>
            </a:r>
            <a:endParaRPr sz="2000">
              <a:solidFill>
                <a:srgbClr val="000066"/>
              </a:solidFill>
              <a:latin typeface="Times New Roman"/>
              <a:ea typeface="Times New Roman"/>
              <a:cs typeface="Times New Roman"/>
              <a:sym typeface="Times New Roman"/>
            </a:endParaRPr>
          </a:p>
          <a:p>
            <a:pPr indent="0" lvl="0" marL="0" marR="0" rtl="0" algn="ctr">
              <a:spcBef>
                <a:spcPts val="0"/>
              </a:spcBef>
              <a:spcAft>
                <a:spcPts val="0"/>
              </a:spcAft>
              <a:buNone/>
            </a:pPr>
            <a:r>
              <a:rPr lang="en-US" sz="2000">
                <a:solidFill>
                  <a:srgbClr val="000066"/>
                </a:solidFill>
                <a:latin typeface="Times New Roman"/>
                <a:ea typeface="Times New Roman"/>
                <a:cs typeface="Times New Roman"/>
                <a:sym typeface="Times New Roman"/>
              </a:rPr>
              <a:t>color</a:t>
            </a:r>
            <a:endParaRPr/>
          </a:p>
          <a:p>
            <a:pPr indent="0" lvl="0" marL="0" marR="0" rtl="0" algn="ctr">
              <a:spcBef>
                <a:spcPts val="0"/>
              </a:spcBef>
              <a:spcAft>
                <a:spcPts val="0"/>
              </a:spcAft>
              <a:buNone/>
            </a:pPr>
            <a:r>
              <a:rPr lang="en-US" sz="2000">
                <a:solidFill>
                  <a:srgbClr val="000066"/>
                </a:solidFill>
                <a:latin typeface="Times New Roman"/>
                <a:ea typeface="Times New Roman"/>
                <a:cs typeface="Times New Roman"/>
                <a:sym typeface="Times New Roman"/>
              </a:rPr>
              <a:t>speed</a:t>
            </a:r>
            <a:endParaRPr/>
          </a:p>
          <a:p>
            <a:pPr indent="0" lvl="0" marL="0" marR="0" rtl="0" algn="ctr">
              <a:spcBef>
                <a:spcPts val="0"/>
              </a:spcBef>
              <a:spcAft>
                <a:spcPts val="0"/>
              </a:spcAft>
              <a:buNone/>
            </a:pPr>
            <a:r>
              <a:rPr lang="en-US" sz="2000">
                <a:solidFill>
                  <a:srgbClr val="000066"/>
                </a:solidFill>
                <a:latin typeface="Times New Roman"/>
                <a:ea typeface="Times New Roman"/>
                <a:cs typeface="Times New Roman"/>
                <a:sym typeface="Times New Roman"/>
              </a:rPr>
              <a:t>power</a:t>
            </a:r>
            <a:endParaRPr/>
          </a:p>
          <a:p>
            <a:pPr indent="0" lvl="0" marL="0" marR="0" rtl="0" algn="ctr">
              <a:spcBef>
                <a:spcPts val="0"/>
              </a:spcBef>
              <a:spcAft>
                <a:spcPts val="0"/>
              </a:spcAft>
              <a:buNone/>
            </a:pPr>
            <a:r>
              <a:t/>
            </a:r>
            <a:endParaRPr sz="2000">
              <a:solidFill>
                <a:srgbClr val="000066"/>
              </a:solidFill>
              <a:latin typeface="Times New Roman"/>
              <a:ea typeface="Times New Roman"/>
              <a:cs typeface="Times New Roman"/>
              <a:sym typeface="Times New Roman"/>
            </a:endParaRPr>
          </a:p>
          <a:p>
            <a:pPr indent="0" lvl="0" marL="0" marR="0" rtl="0" algn="ctr">
              <a:spcBef>
                <a:spcPts val="0"/>
              </a:spcBef>
              <a:spcAft>
                <a:spcPts val="0"/>
              </a:spcAft>
              <a:buNone/>
            </a:pPr>
            <a:r>
              <a:t/>
            </a:r>
            <a:endParaRPr sz="2000">
              <a:solidFill>
                <a:srgbClr val="000066"/>
              </a:solidFill>
              <a:latin typeface="Times New Roman"/>
              <a:ea typeface="Times New Roman"/>
              <a:cs typeface="Times New Roman"/>
              <a:sym typeface="Times New Roman"/>
            </a:endParaRPr>
          </a:p>
          <a:p>
            <a:pPr indent="0" lvl="0" marL="0" marR="0" rtl="0" algn="ctr">
              <a:spcBef>
                <a:spcPts val="0"/>
              </a:spcBef>
              <a:spcAft>
                <a:spcPts val="0"/>
              </a:spcAft>
              <a:buNone/>
            </a:pPr>
            <a:r>
              <a:rPr lang="en-US" sz="2000">
                <a:solidFill>
                  <a:srgbClr val="000066"/>
                </a:solidFill>
                <a:latin typeface="Times New Roman"/>
                <a:ea typeface="Times New Roman"/>
                <a:cs typeface="Times New Roman"/>
                <a:sym typeface="Times New Roman"/>
              </a:rPr>
              <a:t>drive</a:t>
            </a:r>
            <a:endParaRPr/>
          </a:p>
          <a:p>
            <a:pPr indent="0" lvl="0" marL="0" marR="0" rtl="0" algn="ctr">
              <a:spcBef>
                <a:spcPts val="0"/>
              </a:spcBef>
              <a:spcAft>
                <a:spcPts val="0"/>
              </a:spcAft>
              <a:buNone/>
            </a:pPr>
            <a:r>
              <a:rPr lang="en-US" sz="2000">
                <a:solidFill>
                  <a:srgbClr val="000066"/>
                </a:solidFill>
                <a:latin typeface="Times New Roman"/>
                <a:ea typeface="Times New Roman"/>
                <a:cs typeface="Times New Roman"/>
                <a:sym typeface="Times New Roman"/>
              </a:rPr>
              <a:t>turn right</a:t>
            </a:r>
            <a:endParaRPr/>
          </a:p>
          <a:p>
            <a:pPr indent="0" lvl="0" marL="0" marR="0" rtl="0" algn="ctr">
              <a:spcBef>
                <a:spcPts val="0"/>
              </a:spcBef>
              <a:spcAft>
                <a:spcPts val="0"/>
              </a:spcAft>
              <a:buNone/>
            </a:pPr>
            <a:r>
              <a:rPr lang="en-US" sz="2000">
                <a:solidFill>
                  <a:srgbClr val="000066"/>
                </a:solidFill>
                <a:latin typeface="Times New Roman"/>
                <a:ea typeface="Times New Roman"/>
                <a:cs typeface="Times New Roman"/>
                <a:sym typeface="Times New Roman"/>
              </a:rPr>
              <a:t>turn left</a:t>
            </a:r>
            <a:endParaRPr/>
          </a:p>
          <a:p>
            <a:pPr indent="0" lvl="0" marL="0" marR="0" rtl="0" algn="ctr">
              <a:spcBef>
                <a:spcPts val="0"/>
              </a:spcBef>
              <a:spcAft>
                <a:spcPts val="0"/>
              </a:spcAft>
              <a:buNone/>
            </a:pPr>
            <a:r>
              <a:rPr lang="en-US" sz="2000">
                <a:solidFill>
                  <a:srgbClr val="000066"/>
                </a:solidFill>
                <a:latin typeface="Times New Roman"/>
                <a:ea typeface="Times New Roman"/>
                <a:cs typeface="Times New Roman"/>
                <a:sym typeface="Times New Roman"/>
              </a:rPr>
              <a:t>stop</a:t>
            </a:r>
            <a:endParaRPr/>
          </a:p>
        </p:txBody>
      </p:sp>
      <p:cxnSp>
        <p:nvCxnSpPr>
          <p:cNvPr id="439" name="Google Shape;439;p26"/>
          <p:cNvCxnSpPr/>
          <p:nvPr/>
        </p:nvCxnSpPr>
        <p:spPr>
          <a:xfrm>
            <a:off x="2700338" y="2420938"/>
            <a:ext cx="3024187" cy="1587"/>
          </a:xfrm>
          <a:prstGeom prst="straightConnector1">
            <a:avLst/>
          </a:prstGeom>
          <a:noFill/>
          <a:ln cap="flat" cmpd="sng" w="38100">
            <a:solidFill>
              <a:srgbClr val="FF0000"/>
            </a:solidFill>
            <a:prstDash val="solid"/>
            <a:round/>
            <a:headEnd len="sm" w="sm" type="none"/>
            <a:tailEnd len="sm" w="sm" type="none"/>
          </a:ln>
        </p:spPr>
      </p:cxnSp>
      <p:cxnSp>
        <p:nvCxnSpPr>
          <p:cNvPr id="440" name="Google Shape;440;p26"/>
          <p:cNvCxnSpPr/>
          <p:nvPr/>
        </p:nvCxnSpPr>
        <p:spPr>
          <a:xfrm>
            <a:off x="2700338" y="4076700"/>
            <a:ext cx="3024187" cy="1588"/>
          </a:xfrm>
          <a:prstGeom prst="straightConnector1">
            <a:avLst/>
          </a:prstGeom>
          <a:noFill/>
          <a:ln cap="flat" cmpd="sng" w="38100">
            <a:solidFill>
              <a:srgbClr val="FF0000"/>
            </a:solidFill>
            <a:prstDash val="solid"/>
            <a:round/>
            <a:headEnd len="sm" w="sm" type="none"/>
            <a:tailEnd len="sm" w="sm" type="none"/>
          </a:ln>
        </p:spPr>
      </p:cxnSp>
      <p:sp>
        <p:nvSpPr>
          <p:cNvPr id="441" name="Google Shape;441;p26"/>
          <p:cNvSpPr txBox="1"/>
          <p:nvPr/>
        </p:nvSpPr>
        <p:spPr>
          <a:xfrm>
            <a:off x="5869006" y="2924175"/>
            <a:ext cx="1905000" cy="461700"/>
          </a:xfrm>
          <a:prstGeom prst="rect">
            <a:avLst/>
          </a:prstGeom>
          <a:noFill/>
          <a:ln>
            <a:noFill/>
          </a:ln>
        </p:spPr>
        <p:txBody>
          <a:bodyPr anchorCtr="1" anchor="t" bIns="45700" lIns="91425" spcFirstLastPara="1" rIns="91425" wrap="square" tIns="45700">
            <a:spAutoFit/>
          </a:bodyPr>
          <a:lstStyle/>
          <a:p>
            <a:pPr indent="0" lvl="0" marL="0" marR="0" rtl="0" algn="ctr">
              <a:spcBef>
                <a:spcPts val="0"/>
              </a:spcBef>
              <a:spcAft>
                <a:spcPts val="0"/>
              </a:spcAft>
              <a:buNone/>
            </a:pPr>
            <a:r>
              <a:rPr lang="en-US" sz="2400">
                <a:solidFill>
                  <a:schemeClr val="lt1"/>
                </a:solidFill>
                <a:latin typeface="Times New Roman"/>
                <a:ea typeface="Times New Roman"/>
                <a:cs typeface="Times New Roman"/>
                <a:sym typeface="Times New Roman"/>
              </a:rPr>
              <a:t>attributes</a:t>
            </a:r>
            <a:endParaRPr/>
          </a:p>
        </p:txBody>
      </p:sp>
      <p:sp>
        <p:nvSpPr>
          <p:cNvPr id="442" name="Google Shape;442;p26"/>
          <p:cNvSpPr txBox="1"/>
          <p:nvPr/>
        </p:nvSpPr>
        <p:spPr>
          <a:xfrm>
            <a:off x="5751513" y="4292600"/>
            <a:ext cx="1452562" cy="457200"/>
          </a:xfrm>
          <a:prstGeom prst="rect">
            <a:avLst/>
          </a:prstGeom>
          <a:noFill/>
          <a:ln>
            <a:noFill/>
          </a:ln>
        </p:spPr>
        <p:txBody>
          <a:bodyPr anchorCtr="1" anchor="t" bIns="45700" lIns="91425" spcFirstLastPara="1" rIns="91425" wrap="square" tIns="45700">
            <a:spAutoFit/>
          </a:bodyPr>
          <a:lstStyle/>
          <a:p>
            <a:pPr indent="0" lvl="0" marL="0" marR="0" rtl="0" algn="ctr">
              <a:spcBef>
                <a:spcPts val="0"/>
              </a:spcBef>
              <a:spcAft>
                <a:spcPts val="0"/>
              </a:spcAft>
              <a:buNone/>
            </a:pPr>
            <a:r>
              <a:rPr lang="en-US" sz="2400">
                <a:solidFill>
                  <a:schemeClr val="lt1"/>
                </a:solidFill>
                <a:latin typeface="Times New Roman"/>
                <a:ea typeface="Times New Roman"/>
                <a:cs typeface="Times New Roman"/>
                <a:sym typeface="Times New Roman"/>
              </a:rPr>
              <a:t>operations</a:t>
            </a:r>
            <a:endParaRPr/>
          </a:p>
        </p:txBody>
      </p:sp>
      <p:sp>
        <p:nvSpPr>
          <p:cNvPr id="443" name="Google Shape;443;p26"/>
          <p:cNvSpPr txBox="1"/>
          <p:nvPr/>
        </p:nvSpPr>
        <p:spPr>
          <a:xfrm>
            <a:off x="5868988" y="1844675"/>
            <a:ext cx="1511300" cy="457200"/>
          </a:xfrm>
          <a:prstGeom prst="rect">
            <a:avLst/>
          </a:prstGeom>
          <a:noFill/>
          <a:ln>
            <a:noFill/>
          </a:ln>
        </p:spPr>
        <p:txBody>
          <a:bodyPr anchorCtr="1" anchor="t" bIns="45700" lIns="91425" spcFirstLastPara="1" rIns="91425" wrap="square" tIns="45700">
            <a:spAutoFit/>
          </a:bodyPr>
          <a:lstStyle/>
          <a:p>
            <a:pPr indent="0" lvl="0" marL="0" marR="0" rtl="0" algn="ctr">
              <a:spcBef>
                <a:spcPts val="0"/>
              </a:spcBef>
              <a:spcAft>
                <a:spcPts val="0"/>
              </a:spcAft>
              <a:buNone/>
            </a:pPr>
            <a:r>
              <a:rPr lang="en-US" sz="2400">
                <a:solidFill>
                  <a:schemeClr val="lt1"/>
                </a:solidFill>
                <a:latin typeface="Times New Roman"/>
                <a:ea typeface="Times New Roman"/>
                <a:cs typeface="Times New Roman"/>
                <a:sym typeface="Times New Roman"/>
              </a:rPr>
              <a:t>class name</a:t>
            </a:r>
            <a:endParaRPr/>
          </a:p>
        </p:txBody>
      </p:sp>
      <p:sp>
        <p:nvSpPr>
          <p:cNvPr id="444" name="Google Shape;444;p26"/>
          <p:cNvSpPr txBox="1"/>
          <p:nvPr>
            <p:ph idx="12" type="sldNum"/>
          </p:nvPr>
        </p:nvSpPr>
        <p:spPr>
          <a:xfrm>
            <a:off x="7092950" y="6248400"/>
            <a:ext cx="1905000" cy="4572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48" name="Shape 448"/>
        <p:cNvGrpSpPr/>
        <p:nvPr/>
      </p:nvGrpSpPr>
      <p:grpSpPr>
        <a:xfrm>
          <a:off x="0" y="0"/>
          <a:ext cx="0" cy="0"/>
          <a:chOff x="0" y="0"/>
          <a:chExt cx="0" cy="0"/>
        </a:xfrm>
      </p:grpSpPr>
      <p:sp>
        <p:nvSpPr>
          <p:cNvPr id="449" name="Google Shape;449;p27"/>
          <p:cNvSpPr txBox="1"/>
          <p:nvPr>
            <p:ph type="title"/>
          </p:nvPr>
        </p:nvSpPr>
        <p:spPr>
          <a:xfrm>
            <a:off x="611188" y="198438"/>
            <a:ext cx="7588250" cy="6858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in Java</a:t>
            </a:r>
            <a:endParaRPr/>
          </a:p>
        </p:txBody>
      </p:sp>
      <p:sp>
        <p:nvSpPr>
          <p:cNvPr id="450" name="Google Shape;450;p27"/>
          <p:cNvSpPr txBox="1"/>
          <p:nvPr/>
        </p:nvSpPr>
        <p:spPr>
          <a:xfrm>
            <a:off x="3059113" y="1557338"/>
            <a:ext cx="3024187" cy="3762375"/>
          </a:xfrm>
          <a:prstGeom prst="rect">
            <a:avLst/>
          </a:prstGeom>
          <a:solidFill>
            <a:schemeClr val="accent1"/>
          </a:solidFill>
          <a:ln cap="flat" cmpd="sng" w="12700">
            <a:solidFill>
              <a:srgbClr val="FF3300"/>
            </a:solidFill>
            <a:prstDash val="solid"/>
            <a:miter lim="800000"/>
            <a:headEnd len="sm" w="sm" type="none"/>
            <a:tailEnd len="sm" w="sm" type="none"/>
          </a:ln>
        </p:spPr>
        <p:txBody>
          <a:bodyPr anchorCtr="1" anchor="t" bIns="45700" lIns="91425" spcFirstLastPara="1" rIns="91425" wrap="square" tIns="45700">
            <a:spAutoFit/>
          </a:bodyPr>
          <a:lstStyle/>
          <a:p>
            <a:pPr indent="0" lvl="0" marL="0" marR="0" rtl="0" algn="ctr">
              <a:spcBef>
                <a:spcPts val="0"/>
              </a:spcBef>
              <a:spcAft>
                <a:spcPts val="0"/>
              </a:spcAft>
              <a:buNone/>
            </a:pPr>
            <a:r>
              <a:rPr lang="en-US" sz="2000">
                <a:solidFill>
                  <a:srgbClr val="000066"/>
                </a:solidFill>
                <a:latin typeface="Times New Roman"/>
                <a:ea typeface="Times New Roman"/>
                <a:cs typeface="Times New Roman"/>
                <a:sym typeface="Times New Roman"/>
              </a:rPr>
              <a:t>Car</a:t>
            </a:r>
            <a:endParaRPr/>
          </a:p>
          <a:p>
            <a:pPr indent="0" lvl="0" marL="0" marR="0" rtl="0" algn="ctr">
              <a:spcBef>
                <a:spcPts val="0"/>
              </a:spcBef>
              <a:spcAft>
                <a:spcPts val="0"/>
              </a:spcAft>
              <a:buNone/>
            </a:pPr>
            <a:r>
              <a:t/>
            </a:r>
            <a:endParaRPr sz="2000">
              <a:solidFill>
                <a:srgbClr val="000066"/>
              </a:solidFill>
              <a:latin typeface="Times New Roman"/>
              <a:ea typeface="Times New Roman"/>
              <a:cs typeface="Times New Roman"/>
              <a:sym typeface="Times New Roman"/>
            </a:endParaRPr>
          </a:p>
          <a:p>
            <a:pPr indent="0" lvl="0" marL="0" marR="0" rtl="0" algn="ctr">
              <a:spcBef>
                <a:spcPts val="0"/>
              </a:spcBef>
              <a:spcAft>
                <a:spcPts val="0"/>
              </a:spcAft>
              <a:buNone/>
            </a:pPr>
            <a:r>
              <a:t/>
            </a:r>
            <a:endParaRPr sz="2000">
              <a:solidFill>
                <a:srgbClr val="000066"/>
              </a:solidFill>
              <a:latin typeface="Times New Roman"/>
              <a:ea typeface="Times New Roman"/>
              <a:cs typeface="Times New Roman"/>
              <a:sym typeface="Times New Roman"/>
            </a:endParaRPr>
          </a:p>
          <a:p>
            <a:pPr indent="0" lvl="0" marL="0" marR="0" rtl="0" algn="ctr">
              <a:spcBef>
                <a:spcPts val="0"/>
              </a:spcBef>
              <a:spcAft>
                <a:spcPts val="0"/>
              </a:spcAft>
              <a:buNone/>
            </a:pPr>
            <a:r>
              <a:rPr i="1" lang="en-US" sz="2000">
                <a:solidFill>
                  <a:srgbClr val="000066"/>
                </a:solidFill>
                <a:latin typeface="Times New Roman"/>
                <a:ea typeface="Times New Roman"/>
                <a:cs typeface="Times New Roman"/>
                <a:sym typeface="Times New Roman"/>
              </a:rPr>
              <a:t>String</a:t>
            </a:r>
            <a:r>
              <a:rPr lang="en-US" sz="2000">
                <a:solidFill>
                  <a:srgbClr val="000066"/>
                </a:solidFill>
                <a:latin typeface="Times New Roman"/>
                <a:ea typeface="Times New Roman"/>
                <a:cs typeface="Times New Roman"/>
                <a:sym typeface="Times New Roman"/>
              </a:rPr>
              <a:t> color</a:t>
            </a:r>
            <a:endParaRPr/>
          </a:p>
          <a:p>
            <a:pPr indent="0" lvl="0" marL="0" marR="0" rtl="0" algn="ctr">
              <a:spcBef>
                <a:spcPts val="0"/>
              </a:spcBef>
              <a:spcAft>
                <a:spcPts val="0"/>
              </a:spcAft>
              <a:buNone/>
            </a:pPr>
            <a:r>
              <a:rPr i="1" lang="en-US" sz="2000">
                <a:solidFill>
                  <a:srgbClr val="000066"/>
                </a:solidFill>
                <a:latin typeface="Times New Roman"/>
                <a:ea typeface="Times New Roman"/>
                <a:cs typeface="Times New Roman"/>
                <a:sym typeface="Times New Roman"/>
              </a:rPr>
              <a:t>int</a:t>
            </a:r>
            <a:r>
              <a:rPr lang="en-US" sz="2000">
                <a:solidFill>
                  <a:srgbClr val="000066"/>
                </a:solidFill>
                <a:latin typeface="Times New Roman"/>
                <a:ea typeface="Times New Roman"/>
                <a:cs typeface="Times New Roman"/>
                <a:sym typeface="Times New Roman"/>
              </a:rPr>
              <a:t> speed</a:t>
            </a:r>
            <a:endParaRPr/>
          </a:p>
          <a:p>
            <a:pPr indent="0" lvl="0" marL="0" marR="0" rtl="0" algn="ctr">
              <a:spcBef>
                <a:spcPts val="0"/>
              </a:spcBef>
              <a:spcAft>
                <a:spcPts val="0"/>
              </a:spcAft>
              <a:buNone/>
            </a:pPr>
            <a:r>
              <a:rPr i="1" lang="en-US" sz="2000">
                <a:solidFill>
                  <a:srgbClr val="000066"/>
                </a:solidFill>
                <a:latin typeface="Times New Roman"/>
                <a:ea typeface="Times New Roman"/>
                <a:cs typeface="Times New Roman"/>
                <a:sym typeface="Times New Roman"/>
              </a:rPr>
              <a:t>int</a:t>
            </a:r>
            <a:r>
              <a:rPr lang="en-US" sz="2000">
                <a:solidFill>
                  <a:srgbClr val="000066"/>
                </a:solidFill>
                <a:latin typeface="Times New Roman"/>
                <a:ea typeface="Times New Roman"/>
                <a:cs typeface="Times New Roman"/>
                <a:sym typeface="Times New Roman"/>
              </a:rPr>
              <a:t> power</a:t>
            </a:r>
            <a:endParaRPr/>
          </a:p>
          <a:p>
            <a:pPr indent="0" lvl="0" marL="0" marR="0" rtl="0" algn="ctr">
              <a:spcBef>
                <a:spcPts val="0"/>
              </a:spcBef>
              <a:spcAft>
                <a:spcPts val="0"/>
              </a:spcAft>
              <a:buNone/>
            </a:pPr>
            <a:r>
              <a:t/>
            </a:r>
            <a:endParaRPr sz="2000">
              <a:solidFill>
                <a:srgbClr val="000066"/>
              </a:solidFill>
              <a:latin typeface="Times New Roman"/>
              <a:ea typeface="Times New Roman"/>
              <a:cs typeface="Times New Roman"/>
              <a:sym typeface="Times New Roman"/>
            </a:endParaRPr>
          </a:p>
          <a:p>
            <a:pPr indent="0" lvl="0" marL="0" marR="0" rtl="0" algn="ctr">
              <a:spcBef>
                <a:spcPts val="0"/>
              </a:spcBef>
              <a:spcAft>
                <a:spcPts val="0"/>
              </a:spcAft>
              <a:buNone/>
            </a:pPr>
            <a:r>
              <a:t/>
            </a:r>
            <a:endParaRPr sz="2000">
              <a:solidFill>
                <a:srgbClr val="000066"/>
              </a:solidFill>
              <a:latin typeface="Times New Roman"/>
              <a:ea typeface="Times New Roman"/>
              <a:cs typeface="Times New Roman"/>
              <a:sym typeface="Times New Roman"/>
            </a:endParaRPr>
          </a:p>
          <a:p>
            <a:pPr indent="0" lvl="0" marL="0" marR="0" rtl="0" algn="ctr">
              <a:spcBef>
                <a:spcPts val="0"/>
              </a:spcBef>
              <a:spcAft>
                <a:spcPts val="0"/>
              </a:spcAft>
              <a:buNone/>
            </a:pPr>
            <a:r>
              <a:rPr lang="en-US" sz="2000">
                <a:solidFill>
                  <a:srgbClr val="000066"/>
                </a:solidFill>
                <a:latin typeface="Times New Roman"/>
                <a:ea typeface="Times New Roman"/>
                <a:cs typeface="Times New Roman"/>
                <a:sym typeface="Times New Roman"/>
              </a:rPr>
              <a:t>drive()</a:t>
            </a:r>
            <a:endParaRPr/>
          </a:p>
          <a:p>
            <a:pPr indent="0" lvl="0" marL="0" marR="0" rtl="0" algn="ctr">
              <a:spcBef>
                <a:spcPts val="0"/>
              </a:spcBef>
              <a:spcAft>
                <a:spcPts val="0"/>
              </a:spcAft>
              <a:buNone/>
            </a:pPr>
            <a:r>
              <a:rPr lang="en-US" sz="2000">
                <a:solidFill>
                  <a:srgbClr val="000066"/>
                </a:solidFill>
                <a:latin typeface="Times New Roman"/>
                <a:ea typeface="Times New Roman"/>
                <a:cs typeface="Times New Roman"/>
                <a:sym typeface="Times New Roman"/>
              </a:rPr>
              <a:t>turnRight()</a:t>
            </a:r>
            <a:endParaRPr/>
          </a:p>
          <a:p>
            <a:pPr indent="0" lvl="0" marL="0" marR="0" rtl="0" algn="ctr">
              <a:spcBef>
                <a:spcPts val="0"/>
              </a:spcBef>
              <a:spcAft>
                <a:spcPts val="0"/>
              </a:spcAft>
              <a:buNone/>
            </a:pPr>
            <a:r>
              <a:rPr lang="en-US" sz="2000">
                <a:solidFill>
                  <a:srgbClr val="000066"/>
                </a:solidFill>
                <a:latin typeface="Times New Roman"/>
                <a:ea typeface="Times New Roman"/>
                <a:cs typeface="Times New Roman"/>
                <a:sym typeface="Times New Roman"/>
              </a:rPr>
              <a:t>turnLeft()</a:t>
            </a:r>
            <a:endParaRPr/>
          </a:p>
          <a:p>
            <a:pPr indent="0" lvl="0" marL="0" marR="0" rtl="0" algn="ctr">
              <a:spcBef>
                <a:spcPts val="0"/>
              </a:spcBef>
              <a:spcAft>
                <a:spcPts val="0"/>
              </a:spcAft>
              <a:buNone/>
            </a:pPr>
            <a:r>
              <a:rPr lang="en-US" sz="2000">
                <a:solidFill>
                  <a:srgbClr val="000066"/>
                </a:solidFill>
                <a:latin typeface="Times New Roman"/>
                <a:ea typeface="Times New Roman"/>
                <a:cs typeface="Times New Roman"/>
                <a:sym typeface="Times New Roman"/>
              </a:rPr>
              <a:t>stop()</a:t>
            </a:r>
            <a:endParaRPr/>
          </a:p>
        </p:txBody>
      </p:sp>
      <p:cxnSp>
        <p:nvCxnSpPr>
          <p:cNvPr id="451" name="Google Shape;451;p27"/>
          <p:cNvCxnSpPr/>
          <p:nvPr/>
        </p:nvCxnSpPr>
        <p:spPr>
          <a:xfrm>
            <a:off x="3059113" y="2278063"/>
            <a:ext cx="3024187" cy="1587"/>
          </a:xfrm>
          <a:prstGeom prst="straightConnector1">
            <a:avLst/>
          </a:prstGeom>
          <a:noFill/>
          <a:ln cap="flat" cmpd="sng" w="38100">
            <a:solidFill>
              <a:srgbClr val="FF0000"/>
            </a:solidFill>
            <a:prstDash val="solid"/>
            <a:round/>
            <a:headEnd len="sm" w="sm" type="none"/>
            <a:tailEnd len="sm" w="sm" type="none"/>
          </a:ln>
        </p:spPr>
      </p:cxnSp>
      <p:cxnSp>
        <p:nvCxnSpPr>
          <p:cNvPr id="452" name="Google Shape;452;p27"/>
          <p:cNvCxnSpPr/>
          <p:nvPr/>
        </p:nvCxnSpPr>
        <p:spPr>
          <a:xfrm>
            <a:off x="3059113" y="3933825"/>
            <a:ext cx="3024187" cy="1588"/>
          </a:xfrm>
          <a:prstGeom prst="straightConnector1">
            <a:avLst/>
          </a:prstGeom>
          <a:noFill/>
          <a:ln cap="flat" cmpd="sng" w="38100">
            <a:solidFill>
              <a:srgbClr val="FF0000"/>
            </a:solidFill>
            <a:prstDash val="solid"/>
            <a:round/>
            <a:headEnd len="sm" w="sm" type="none"/>
            <a:tailEnd len="sm" w="sm" type="none"/>
          </a:ln>
        </p:spPr>
      </p:cxnSp>
      <p:sp>
        <p:nvSpPr>
          <p:cNvPr id="453" name="Google Shape;453;p27"/>
          <p:cNvSpPr txBox="1"/>
          <p:nvPr/>
        </p:nvSpPr>
        <p:spPr>
          <a:xfrm>
            <a:off x="6156325" y="2708275"/>
            <a:ext cx="2355850" cy="822325"/>
          </a:xfrm>
          <a:prstGeom prst="rect">
            <a:avLst/>
          </a:prstGeom>
          <a:noFill/>
          <a:ln>
            <a:noFill/>
          </a:ln>
        </p:spPr>
        <p:txBody>
          <a:bodyPr anchorCtr="1" anchor="t" bIns="45700" lIns="91425" spcFirstLastPara="1" rIns="91425" wrap="square" tIns="45700">
            <a:spAutoFit/>
          </a:bodyPr>
          <a:lstStyle/>
          <a:p>
            <a:pPr indent="0" lvl="0" marL="0" marR="0" rtl="0" algn="l">
              <a:spcBef>
                <a:spcPts val="0"/>
              </a:spcBef>
              <a:spcAft>
                <a:spcPts val="0"/>
              </a:spcAft>
              <a:buNone/>
            </a:pPr>
            <a:r>
              <a:rPr lang="en-US" sz="2400">
                <a:solidFill>
                  <a:schemeClr val="lt1"/>
                </a:solidFill>
                <a:latin typeface="Times New Roman"/>
                <a:ea typeface="Times New Roman"/>
                <a:cs typeface="Times New Roman"/>
                <a:sym typeface="Times New Roman"/>
              </a:rPr>
              <a:t>attributes or </a:t>
            </a:r>
            <a:endParaRPr/>
          </a:p>
          <a:p>
            <a:pPr indent="0" lvl="0" marL="0" marR="0" rtl="0" algn="l">
              <a:spcBef>
                <a:spcPts val="0"/>
              </a:spcBef>
              <a:spcAft>
                <a:spcPts val="0"/>
              </a:spcAft>
              <a:buNone/>
            </a:pPr>
            <a:r>
              <a:rPr lang="en-US" sz="2400">
                <a:solidFill>
                  <a:schemeClr val="lt1"/>
                </a:solidFill>
                <a:latin typeface="Times New Roman"/>
                <a:ea typeface="Times New Roman"/>
                <a:cs typeface="Times New Roman"/>
                <a:sym typeface="Times New Roman"/>
              </a:rPr>
              <a:t>instance variables</a:t>
            </a:r>
            <a:endParaRPr/>
          </a:p>
        </p:txBody>
      </p:sp>
      <p:sp>
        <p:nvSpPr>
          <p:cNvPr id="454" name="Google Shape;454;p27"/>
          <p:cNvSpPr txBox="1"/>
          <p:nvPr/>
        </p:nvSpPr>
        <p:spPr>
          <a:xfrm>
            <a:off x="6227763" y="4149725"/>
            <a:ext cx="1216025" cy="457200"/>
          </a:xfrm>
          <a:prstGeom prst="rect">
            <a:avLst/>
          </a:prstGeom>
          <a:noFill/>
          <a:ln>
            <a:noFill/>
          </a:ln>
        </p:spPr>
        <p:txBody>
          <a:bodyPr anchorCtr="1" anchor="t" bIns="45700" lIns="91425" spcFirstLastPara="1" rIns="91425" wrap="square" tIns="45700">
            <a:spAutoFit/>
          </a:bodyPr>
          <a:lstStyle/>
          <a:p>
            <a:pPr indent="0" lvl="0" marL="0" marR="0" rtl="0" algn="ctr">
              <a:spcBef>
                <a:spcPts val="0"/>
              </a:spcBef>
              <a:spcAft>
                <a:spcPts val="0"/>
              </a:spcAft>
              <a:buNone/>
            </a:pPr>
            <a:r>
              <a:rPr lang="en-US" sz="2400">
                <a:solidFill>
                  <a:schemeClr val="lt1"/>
                </a:solidFill>
                <a:latin typeface="Times New Roman"/>
                <a:ea typeface="Times New Roman"/>
                <a:cs typeface="Times New Roman"/>
                <a:sym typeface="Times New Roman"/>
              </a:rPr>
              <a:t>methods</a:t>
            </a:r>
            <a:endParaRPr/>
          </a:p>
        </p:txBody>
      </p:sp>
      <p:sp>
        <p:nvSpPr>
          <p:cNvPr id="455" name="Google Shape;455;p27"/>
          <p:cNvSpPr txBox="1"/>
          <p:nvPr/>
        </p:nvSpPr>
        <p:spPr>
          <a:xfrm>
            <a:off x="6227763" y="1701800"/>
            <a:ext cx="1511300" cy="457200"/>
          </a:xfrm>
          <a:prstGeom prst="rect">
            <a:avLst/>
          </a:prstGeom>
          <a:noFill/>
          <a:ln>
            <a:noFill/>
          </a:ln>
        </p:spPr>
        <p:txBody>
          <a:bodyPr anchorCtr="1" anchor="t" bIns="45700" lIns="91425" spcFirstLastPara="1" rIns="91425" wrap="square" tIns="45700">
            <a:spAutoFit/>
          </a:bodyPr>
          <a:lstStyle/>
          <a:p>
            <a:pPr indent="0" lvl="0" marL="0" marR="0" rtl="0" algn="ctr">
              <a:spcBef>
                <a:spcPts val="0"/>
              </a:spcBef>
              <a:spcAft>
                <a:spcPts val="0"/>
              </a:spcAft>
              <a:buNone/>
            </a:pPr>
            <a:r>
              <a:rPr lang="en-US" sz="2400">
                <a:solidFill>
                  <a:schemeClr val="lt1"/>
                </a:solidFill>
                <a:latin typeface="Times New Roman"/>
                <a:ea typeface="Times New Roman"/>
                <a:cs typeface="Times New Roman"/>
                <a:sym typeface="Times New Roman"/>
              </a:rPr>
              <a:t>class name</a:t>
            </a:r>
            <a:endParaRPr/>
          </a:p>
        </p:txBody>
      </p:sp>
      <p:sp>
        <p:nvSpPr>
          <p:cNvPr id="456" name="Google Shape;456;p27"/>
          <p:cNvSpPr txBox="1"/>
          <p:nvPr>
            <p:ph idx="12" type="sldNum"/>
          </p:nvPr>
        </p:nvSpPr>
        <p:spPr>
          <a:xfrm>
            <a:off x="7092950" y="6248400"/>
            <a:ext cx="1905000" cy="4572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60" name="Shape 460"/>
        <p:cNvGrpSpPr/>
        <p:nvPr/>
      </p:nvGrpSpPr>
      <p:grpSpPr>
        <a:xfrm>
          <a:off x="0" y="0"/>
          <a:ext cx="0" cy="0"/>
          <a:chOff x="0" y="0"/>
          <a:chExt cx="0" cy="0"/>
        </a:xfrm>
      </p:grpSpPr>
      <p:sp>
        <p:nvSpPr>
          <p:cNvPr id="461" name="Google Shape;461;p28"/>
          <p:cNvSpPr txBox="1"/>
          <p:nvPr>
            <p:ph type="title"/>
          </p:nvPr>
        </p:nvSpPr>
        <p:spPr>
          <a:xfrm>
            <a:off x="611188" y="198438"/>
            <a:ext cx="7588250" cy="6858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Java Syntax</a:t>
            </a:r>
            <a:endParaRPr/>
          </a:p>
        </p:txBody>
      </p:sp>
      <p:sp>
        <p:nvSpPr>
          <p:cNvPr id="462" name="Google Shape;462;p28"/>
          <p:cNvSpPr txBox="1"/>
          <p:nvPr>
            <p:ph idx="1" type="body"/>
          </p:nvPr>
        </p:nvSpPr>
        <p:spPr>
          <a:xfrm>
            <a:off x="609600" y="1266825"/>
            <a:ext cx="8305800" cy="4905375"/>
          </a:xfrm>
          <a:prstGeom prst="rect">
            <a:avLst/>
          </a:prstGeom>
          <a:noFill/>
          <a:ln>
            <a:noFill/>
          </a:ln>
        </p:spPr>
        <p:txBody>
          <a:bodyPr anchorCtr="0" anchor="t" bIns="45700" lIns="91425" spcFirstLastPara="1" rIns="91425" wrap="square" tIns="45700">
            <a:noAutofit/>
          </a:bodyPr>
          <a:lstStyle/>
          <a:p>
            <a:pPr indent="-342900" lvl="0" marL="342900" rtl="0" algn="l">
              <a:lnSpc>
                <a:spcPct val="80000"/>
              </a:lnSpc>
              <a:spcBef>
                <a:spcPts val="0"/>
              </a:spcBef>
              <a:spcAft>
                <a:spcPts val="0"/>
              </a:spcAft>
              <a:buSzPts val="1050"/>
              <a:buFont typeface="Arial"/>
              <a:buNone/>
            </a:pPr>
            <a:r>
              <a:rPr lang="en-US" sz="1400"/>
              <a:t>public class Car</a:t>
            </a:r>
            <a:endParaRPr/>
          </a:p>
          <a:p>
            <a:pPr indent="-342900" lvl="0" marL="342900" rtl="0" algn="l">
              <a:lnSpc>
                <a:spcPct val="80000"/>
              </a:lnSpc>
              <a:spcBef>
                <a:spcPts val="280"/>
              </a:spcBef>
              <a:spcAft>
                <a:spcPts val="0"/>
              </a:spcAft>
              <a:buSzPts val="1050"/>
              <a:buFont typeface="Arial"/>
              <a:buNone/>
            </a:pPr>
            <a:r>
              <a:rPr lang="en-US" sz="1400"/>
              <a:t>{</a:t>
            </a:r>
            <a:endParaRPr/>
          </a:p>
          <a:p>
            <a:pPr indent="-342900" lvl="0" marL="342900" rtl="0" algn="l">
              <a:lnSpc>
                <a:spcPct val="80000"/>
              </a:lnSpc>
              <a:spcBef>
                <a:spcPts val="280"/>
              </a:spcBef>
              <a:spcAft>
                <a:spcPts val="0"/>
              </a:spcAft>
              <a:buSzPts val="1050"/>
              <a:buFont typeface="Arial"/>
              <a:buNone/>
            </a:pPr>
            <a:r>
              <a:rPr lang="en-US" sz="1400"/>
              <a:t>// attribute declarations</a:t>
            </a:r>
            <a:endParaRPr/>
          </a:p>
          <a:p>
            <a:pPr indent="-285750" lvl="1" marL="742950" rtl="0" algn="l">
              <a:lnSpc>
                <a:spcPct val="80000"/>
              </a:lnSpc>
              <a:spcBef>
                <a:spcPts val="240"/>
              </a:spcBef>
              <a:spcAft>
                <a:spcPts val="0"/>
              </a:spcAft>
              <a:buSzPts val="1200"/>
              <a:buFont typeface="Times New Roman"/>
              <a:buNone/>
            </a:pPr>
            <a:r>
              <a:rPr lang="en-US" sz="1200"/>
              <a:t>private String color;</a:t>
            </a:r>
            <a:endParaRPr/>
          </a:p>
          <a:p>
            <a:pPr indent="-285750" lvl="1" marL="742950" rtl="0" algn="l">
              <a:lnSpc>
                <a:spcPct val="80000"/>
              </a:lnSpc>
              <a:spcBef>
                <a:spcPts val="240"/>
              </a:spcBef>
              <a:spcAft>
                <a:spcPts val="0"/>
              </a:spcAft>
              <a:buSzPts val="1200"/>
              <a:buFont typeface="Times New Roman"/>
              <a:buNone/>
            </a:pPr>
            <a:r>
              <a:rPr lang="en-US" sz="1200"/>
              <a:t>private int speed;</a:t>
            </a:r>
            <a:endParaRPr/>
          </a:p>
          <a:p>
            <a:pPr indent="-285750" lvl="1" marL="742950" rtl="0" algn="l">
              <a:lnSpc>
                <a:spcPct val="80000"/>
              </a:lnSpc>
              <a:spcBef>
                <a:spcPts val="240"/>
              </a:spcBef>
              <a:spcAft>
                <a:spcPts val="0"/>
              </a:spcAft>
              <a:buSzPts val="1200"/>
              <a:buFont typeface="Times New Roman"/>
              <a:buNone/>
            </a:pPr>
            <a:r>
              <a:rPr lang="en-US" sz="1200"/>
              <a:t>private int power;</a:t>
            </a:r>
            <a:endParaRPr/>
          </a:p>
          <a:p>
            <a:pPr indent="-342900" lvl="0" marL="342900" rtl="0" algn="l">
              <a:lnSpc>
                <a:spcPct val="80000"/>
              </a:lnSpc>
              <a:spcBef>
                <a:spcPts val="280"/>
              </a:spcBef>
              <a:spcAft>
                <a:spcPts val="0"/>
              </a:spcAft>
              <a:buSzPts val="1050"/>
              <a:buFont typeface="Arial"/>
              <a:buNone/>
            </a:pPr>
            <a:r>
              <a:t/>
            </a:r>
            <a:endParaRPr sz="1400"/>
          </a:p>
          <a:p>
            <a:pPr indent="-342900" lvl="0" marL="342900" rtl="0" algn="l">
              <a:lnSpc>
                <a:spcPct val="80000"/>
              </a:lnSpc>
              <a:spcBef>
                <a:spcPts val="280"/>
              </a:spcBef>
              <a:spcAft>
                <a:spcPts val="0"/>
              </a:spcAft>
              <a:buSzPts val="1050"/>
              <a:buFont typeface="Arial"/>
              <a:buNone/>
            </a:pPr>
            <a:r>
              <a:rPr lang="en-US" sz="1400"/>
              <a:t>// method declarations</a:t>
            </a:r>
            <a:endParaRPr/>
          </a:p>
          <a:p>
            <a:pPr indent="-342900" lvl="0" marL="342900" rtl="0" algn="l">
              <a:lnSpc>
                <a:spcPct val="80000"/>
              </a:lnSpc>
              <a:spcBef>
                <a:spcPts val="280"/>
              </a:spcBef>
              <a:spcAft>
                <a:spcPts val="0"/>
              </a:spcAft>
              <a:buSzPts val="1050"/>
              <a:buFont typeface="Arial"/>
              <a:buNone/>
            </a:pPr>
            <a:r>
              <a:rPr lang="en-US" sz="1400"/>
              <a:t>	public void drive()</a:t>
            </a:r>
            <a:endParaRPr/>
          </a:p>
          <a:p>
            <a:pPr indent="-342900" lvl="0" marL="342900" rtl="0" algn="l">
              <a:lnSpc>
                <a:spcPct val="80000"/>
              </a:lnSpc>
              <a:spcBef>
                <a:spcPts val="280"/>
              </a:spcBef>
              <a:spcAft>
                <a:spcPts val="0"/>
              </a:spcAft>
              <a:buSzPts val="1050"/>
              <a:buFont typeface="Arial"/>
              <a:buNone/>
            </a:pPr>
            <a:r>
              <a:rPr lang="en-US" sz="1400"/>
              <a:t>	{  // ….</a:t>
            </a:r>
            <a:endParaRPr/>
          </a:p>
          <a:p>
            <a:pPr indent="-342900" lvl="0" marL="342900" rtl="0" algn="l">
              <a:lnSpc>
                <a:spcPct val="80000"/>
              </a:lnSpc>
              <a:spcBef>
                <a:spcPts val="280"/>
              </a:spcBef>
              <a:spcAft>
                <a:spcPts val="0"/>
              </a:spcAft>
              <a:buSzPts val="1050"/>
              <a:buFont typeface="Arial"/>
              <a:buNone/>
            </a:pPr>
            <a:r>
              <a:rPr lang="en-US" sz="1400"/>
              <a:t>	}</a:t>
            </a:r>
            <a:endParaRPr/>
          </a:p>
          <a:p>
            <a:pPr indent="-342900" lvl="0" marL="342900" rtl="0" algn="l">
              <a:lnSpc>
                <a:spcPct val="80000"/>
              </a:lnSpc>
              <a:spcBef>
                <a:spcPts val="280"/>
              </a:spcBef>
              <a:spcAft>
                <a:spcPts val="0"/>
              </a:spcAft>
              <a:buSzPts val="1050"/>
              <a:buFont typeface="Arial"/>
              <a:buNone/>
            </a:pPr>
            <a:r>
              <a:t/>
            </a:r>
            <a:endParaRPr sz="1400"/>
          </a:p>
          <a:p>
            <a:pPr indent="-342900" lvl="0" marL="342900" rtl="0" algn="l">
              <a:lnSpc>
                <a:spcPct val="80000"/>
              </a:lnSpc>
              <a:spcBef>
                <a:spcPts val="280"/>
              </a:spcBef>
              <a:spcAft>
                <a:spcPts val="0"/>
              </a:spcAft>
              <a:buSzPts val="1050"/>
              <a:buFont typeface="Arial"/>
              <a:buNone/>
            </a:pPr>
            <a:r>
              <a:rPr lang="en-US" sz="1400"/>
              <a:t>	public void turnRight()</a:t>
            </a:r>
            <a:endParaRPr/>
          </a:p>
          <a:p>
            <a:pPr indent="-342900" lvl="0" marL="342900" rtl="0" algn="l">
              <a:lnSpc>
                <a:spcPct val="80000"/>
              </a:lnSpc>
              <a:spcBef>
                <a:spcPts val="280"/>
              </a:spcBef>
              <a:spcAft>
                <a:spcPts val="0"/>
              </a:spcAft>
              <a:buSzPts val="1050"/>
              <a:buFont typeface="Arial"/>
              <a:buNone/>
            </a:pPr>
            <a:r>
              <a:rPr lang="en-US" sz="1400"/>
              <a:t>	{  // ….</a:t>
            </a:r>
            <a:endParaRPr/>
          </a:p>
          <a:p>
            <a:pPr indent="-342900" lvl="0" marL="342900" rtl="0" algn="l">
              <a:lnSpc>
                <a:spcPct val="80000"/>
              </a:lnSpc>
              <a:spcBef>
                <a:spcPts val="280"/>
              </a:spcBef>
              <a:spcAft>
                <a:spcPts val="0"/>
              </a:spcAft>
              <a:buSzPts val="1050"/>
              <a:buFont typeface="Arial"/>
              <a:buNone/>
            </a:pPr>
            <a:r>
              <a:rPr lang="en-US" sz="1400"/>
              <a:t>	}</a:t>
            </a:r>
            <a:endParaRPr/>
          </a:p>
          <a:p>
            <a:pPr indent="-342900" lvl="0" marL="342900" rtl="0" algn="l">
              <a:lnSpc>
                <a:spcPct val="80000"/>
              </a:lnSpc>
              <a:spcBef>
                <a:spcPts val="280"/>
              </a:spcBef>
              <a:spcAft>
                <a:spcPts val="0"/>
              </a:spcAft>
              <a:buSzPts val="1050"/>
              <a:buFont typeface="Arial"/>
              <a:buNone/>
            </a:pPr>
            <a:r>
              <a:t/>
            </a:r>
            <a:endParaRPr sz="1400"/>
          </a:p>
          <a:p>
            <a:pPr indent="-342900" lvl="0" marL="342900" rtl="0" algn="l">
              <a:lnSpc>
                <a:spcPct val="80000"/>
              </a:lnSpc>
              <a:spcBef>
                <a:spcPts val="280"/>
              </a:spcBef>
              <a:spcAft>
                <a:spcPts val="0"/>
              </a:spcAft>
              <a:buSzPts val="1050"/>
              <a:buFont typeface="Arial"/>
              <a:buNone/>
            </a:pPr>
            <a:r>
              <a:rPr lang="en-US" sz="1400"/>
              <a:t>	public void turnLeft()</a:t>
            </a:r>
            <a:endParaRPr/>
          </a:p>
          <a:p>
            <a:pPr indent="-342900" lvl="0" marL="342900" rtl="0" algn="l">
              <a:lnSpc>
                <a:spcPct val="80000"/>
              </a:lnSpc>
              <a:spcBef>
                <a:spcPts val="280"/>
              </a:spcBef>
              <a:spcAft>
                <a:spcPts val="0"/>
              </a:spcAft>
              <a:buSzPts val="1050"/>
              <a:buFont typeface="Arial"/>
              <a:buNone/>
            </a:pPr>
            <a:r>
              <a:rPr lang="en-US" sz="1400"/>
              <a:t>	{  // ….</a:t>
            </a:r>
            <a:endParaRPr/>
          </a:p>
          <a:p>
            <a:pPr indent="-342900" lvl="0" marL="342900" rtl="0" algn="l">
              <a:lnSpc>
                <a:spcPct val="80000"/>
              </a:lnSpc>
              <a:spcBef>
                <a:spcPts val="280"/>
              </a:spcBef>
              <a:spcAft>
                <a:spcPts val="0"/>
              </a:spcAft>
              <a:buSzPts val="1050"/>
              <a:buFont typeface="Arial"/>
              <a:buNone/>
            </a:pPr>
            <a:r>
              <a:rPr lang="en-US" sz="1400"/>
              <a:t>	}</a:t>
            </a:r>
            <a:endParaRPr/>
          </a:p>
          <a:p>
            <a:pPr indent="-342900" lvl="0" marL="342900" rtl="0" algn="l">
              <a:lnSpc>
                <a:spcPct val="80000"/>
              </a:lnSpc>
              <a:spcBef>
                <a:spcPts val="280"/>
              </a:spcBef>
              <a:spcAft>
                <a:spcPts val="0"/>
              </a:spcAft>
              <a:buSzPts val="1050"/>
              <a:buFont typeface="Arial"/>
              <a:buNone/>
            </a:pPr>
            <a:r>
              <a:t/>
            </a:r>
            <a:endParaRPr sz="1400"/>
          </a:p>
          <a:p>
            <a:pPr indent="-342900" lvl="0" marL="342900" rtl="0" algn="l">
              <a:lnSpc>
                <a:spcPct val="80000"/>
              </a:lnSpc>
              <a:spcBef>
                <a:spcPts val="280"/>
              </a:spcBef>
              <a:spcAft>
                <a:spcPts val="0"/>
              </a:spcAft>
              <a:buSzPts val="1050"/>
              <a:buFont typeface="Arial"/>
              <a:buNone/>
            </a:pPr>
            <a:r>
              <a:rPr lang="en-US" sz="1400"/>
              <a:t>	public void stop()</a:t>
            </a:r>
            <a:endParaRPr/>
          </a:p>
          <a:p>
            <a:pPr indent="-342900" lvl="0" marL="342900" rtl="0" algn="l">
              <a:lnSpc>
                <a:spcPct val="80000"/>
              </a:lnSpc>
              <a:spcBef>
                <a:spcPts val="280"/>
              </a:spcBef>
              <a:spcAft>
                <a:spcPts val="0"/>
              </a:spcAft>
              <a:buSzPts val="1050"/>
              <a:buFont typeface="Arial"/>
              <a:buNone/>
            </a:pPr>
            <a:r>
              <a:rPr lang="en-US" sz="1400"/>
              <a:t>	{  // ….</a:t>
            </a:r>
            <a:endParaRPr/>
          </a:p>
          <a:p>
            <a:pPr indent="-342900" lvl="0" marL="342900" rtl="0" algn="l">
              <a:lnSpc>
                <a:spcPct val="80000"/>
              </a:lnSpc>
              <a:spcBef>
                <a:spcPts val="280"/>
              </a:spcBef>
              <a:spcAft>
                <a:spcPts val="0"/>
              </a:spcAft>
              <a:buSzPts val="1050"/>
              <a:buFont typeface="Arial"/>
              <a:buNone/>
            </a:pPr>
            <a:r>
              <a:rPr lang="en-US" sz="1400"/>
              <a:t>	}</a:t>
            </a:r>
            <a:endParaRPr/>
          </a:p>
          <a:p>
            <a:pPr indent="-342900" lvl="0" marL="342900" rtl="0" algn="l">
              <a:lnSpc>
                <a:spcPct val="80000"/>
              </a:lnSpc>
              <a:spcBef>
                <a:spcPts val="280"/>
              </a:spcBef>
              <a:spcAft>
                <a:spcPts val="0"/>
              </a:spcAft>
              <a:buSzPts val="1050"/>
              <a:buFont typeface="Arial"/>
              <a:buNone/>
            </a:pPr>
            <a:r>
              <a:t/>
            </a:r>
            <a:endParaRPr sz="1400"/>
          </a:p>
          <a:p>
            <a:pPr indent="-342900" lvl="0" marL="342900" rtl="0" algn="l">
              <a:lnSpc>
                <a:spcPct val="80000"/>
              </a:lnSpc>
              <a:spcBef>
                <a:spcPts val="280"/>
              </a:spcBef>
              <a:spcAft>
                <a:spcPts val="0"/>
              </a:spcAft>
              <a:buSzPts val="1050"/>
              <a:buFont typeface="Arial"/>
              <a:buNone/>
            </a:pPr>
            <a:r>
              <a:rPr lang="en-US" sz="1400"/>
              <a:t>}</a:t>
            </a:r>
            <a:endParaRPr/>
          </a:p>
        </p:txBody>
      </p:sp>
      <p:sp>
        <p:nvSpPr>
          <p:cNvPr id="463" name="Google Shape;463;p28"/>
          <p:cNvSpPr txBox="1"/>
          <p:nvPr/>
        </p:nvSpPr>
        <p:spPr>
          <a:xfrm>
            <a:off x="5076825" y="1700213"/>
            <a:ext cx="3024188" cy="3762375"/>
          </a:xfrm>
          <a:prstGeom prst="rect">
            <a:avLst/>
          </a:prstGeom>
          <a:solidFill>
            <a:schemeClr val="accent1"/>
          </a:solidFill>
          <a:ln cap="flat" cmpd="sng" w="12700">
            <a:solidFill>
              <a:srgbClr val="FF3300"/>
            </a:solidFill>
            <a:prstDash val="solid"/>
            <a:miter lim="800000"/>
            <a:headEnd len="sm" w="sm" type="none"/>
            <a:tailEnd len="sm" w="sm" type="none"/>
          </a:ln>
        </p:spPr>
        <p:txBody>
          <a:bodyPr anchorCtr="1" anchor="t" bIns="45700" lIns="91425" spcFirstLastPara="1" rIns="91425" wrap="square" tIns="45700">
            <a:spAutoFit/>
          </a:bodyPr>
          <a:lstStyle/>
          <a:p>
            <a:pPr indent="0" lvl="0" marL="0" marR="0" rtl="0" algn="ctr">
              <a:spcBef>
                <a:spcPts val="0"/>
              </a:spcBef>
              <a:spcAft>
                <a:spcPts val="0"/>
              </a:spcAft>
              <a:buNone/>
            </a:pPr>
            <a:r>
              <a:rPr lang="en-US" sz="2000">
                <a:solidFill>
                  <a:srgbClr val="000066"/>
                </a:solidFill>
                <a:latin typeface="Times New Roman"/>
                <a:ea typeface="Times New Roman"/>
                <a:cs typeface="Times New Roman"/>
                <a:sym typeface="Times New Roman"/>
              </a:rPr>
              <a:t>Car</a:t>
            </a:r>
            <a:endParaRPr/>
          </a:p>
          <a:p>
            <a:pPr indent="0" lvl="0" marL="0" marR="0" rtl="0" algn="ctr">
              <a:spcBef>
                <a:spcPts val="0"/>
              </a:spcBef>
              <a:spcAft>
                <a:spcPts val="0"/>
              </a:spcAft>
              <a:buNone/>
            </a:pPr>
            <a:r>
              <a:t/>
            </a:r>
            <a:endParaRPr sz="2000">
              <a:solidFill>
                <a:srgbClr val="000066"/>
              </a:solidFill>
              <a:latin typeface="Times New Roman"/>
              <a:ea typeface="Times New Roman"/>
              <a:cs typeface="Times New Roman"/>
              <a:sym typeface="Times New Roman"/>
            </a:endParaRPr>
          </a:p>
          <a:p>
            <a:pPr indent="0" lvl="0" marL="0" marR="0" rtl="0" algn="ctr">
              <a:spcBef>
                <a:spcPts val="0"/>
              </a:spcBef>
              <a:spcAft>
                <a:spcPts val="0"/>
              </a:spcAft>
              <a:buNone/>
            </a:pPr>
            <a:r>
              <a:t/>
            </a:r>
            <a:endParaRPr sz="2000">
              <a:solidFill>
                <a:srgbClr val="000066"/>
              </a:solidFill>
              <a:latin typeface="Times New Roman"/>
              <a:ea typeface="Times New Roman"/>
              <a:cs typeface="Times New Roman"/>
              <a:sym typeface="Times New Roman"/>
            </a:endParaRPr>
          </a:p>
          <a:p>
            <a:pPr indent="0" lvl="0" marL="0" marR="0" rtl="0" algn="ctr">
              <a:spcBef>
                <a:spcPts val="0"/>
              </a:spcBef>
              <a:spcAft>
                <a:spcPts val="0"/>
              </a:spcAft>
              <a:buNone/>
            </a:pPr>
            <a:r>
              <a:rPr i="1" lang="en-US" sz="2000">
                <a:solidFill>
                  <a:srgbClr val="000066"/>
                </a:solidFill>
                <a:latin typeface="Times New Roman"/>
                <a:ea typeface="Times New Roman"/>
                <a:cs typeface="Times New Roman"/>
                <a:sym typeface="Times New Roman"/>
              </a:rPr>
              <a:t>String</a:t>
            </a:r>
            <a:r>
              <a:rPr lang="en-US" sz="2000">
                <a:solidFill>
                  <a:srgbClr val="000066"/>
                </a:solidFill>
                <a:latin typeface="Times New Roman"/>
                <a:ea typeface="Times New Roman"/>
                <a:cs typeface="Times New Roman"/>
                <a:sym typeface="Times New Roman"/>
              </a:rPr>
              <a:t> color</a:t>
            </a:r>
            <a:endParaRPr/>
          </a:p>
          <a:p>
            <a:pPr indent="0" lvl="0" marL="0" marR="0" rtl="0" algn="ctr">
              <a:spcBef>
                <a:spcPts val="0"/>
              </a:spcBef>
              <a:spcAft>
                <a:spcPts val="0"/>
              </a:spcAft>
              <a:buNone/>
            </a:pPr>
            <a:r>
              <a:rPr i="1" lang="en-US" sz="2000">
                <a:solidFill>
                  <a:srgbClr val="000066"/>
                </a:solidFill>
                <a:latin typeface="Times New Roman"/>
                <a:ea typeface="Times New Roman"/>
                <a:cs typeface="Times New Roman"/>
                <a:sym typeface="Times New Roman"/>
              </a:rPr>
              <a:t>int</a:t>
            </a:r>
            <a:r>
              <a:rPr lang="en-US" sz="2000">
                <a:solidFill>
                  <a:srgbClr val="000066"/>
                </a:solidFill>
                <a:latin typeface="Times New Roman"/>
                <a:ea typeface="Times New Roman"/>
                <a:cs typeface="Times New Roman"/>
                <a:sym typeface="Times New Roman"/>
              </a:rPr>
              <a:t> speed</a:t>
            </a:r>
            <a:endParaRPr/>
          </a:p>
          <a:p>
            <a:pPr indent="0" lvl="0" marL="0" marR="0" rtl="0" algn="ctr">
              <a:spcBef>
                <a:spcPts val="0"/>
              </a:spcBef>
              <a:spcAft>
                <a:spcPts val="0"/>
              </a:spcAft>
              <a:buNone/>
            </a:pPr>
            <a:r>
              <a:rPr i="1" lang="en-US" sz="2000">
                <a:solidFill>
                  <a:srgbClr val="000066"/>
                </a:solidFill>
                <a:latin typeface="Times New Roman"/>
                <a:ea typeface="Times New Roman"/>
                <a:cs typeface="Times New Roman"/>
                <a:sym typeface="Times New Roman"/>
              </a:rPr>
              <a:t>int</a:t>
            </a:r>
            <a:r>
              <a:rPr lang="en-US" sz="2000">
                <a:solidFill>
                  <a:srgbClr val="000066"/>
                </a:solidFill>
                <a:latin typeface="Times New Roman"/>
                <a:ea typeface="Times New Roman"/>
                <a:cs typeface="Times New Roman"/>
                <a:sym typeface="Times New Roman"/>
              </a:rPr>
              <a:t> power</a:t>
            </a:r>
            <a:endParaRPr/>
          </a:p>
          <a:p>
            <a:pPr indent="0" lvl="0" marL="0" marR="0" rtl="0" algn="ctr">
              <a:spcBef>
                <a:spcPts val="0"/>
              </a:spcBef>
              <a:spcAft>
                <a:spcPts val="0"/>
              </a:spcAft>
              <a:buNone/>
            </a:pPr>
            <a:r>
              <a:t/>
            </a:r>
            <a:endParaRPr sz="2000">
              <a:solidFill>
                <a:srgbClr val="000066"/>
              </a:solidFill>
              <a:latin typeface="Times New Roman"/>
              <a:ea typeface="Times New Roman"/>
              <a:cs typeface="Times New Roman"/>
              <a:sym typeface="Times New Roman"/>
            </a:endParaRPr>
          </a:p>
          <a:p>
            <a:pPr indent="0" lvl="0" marL="0" marR="0" rtl="0" algn="ctr">
              <a:spcBef>
                <a:spcPts val="0"/>
              </a:spcBef>
              <a:spcAft>
                <a:spcPts val="0"/>
              </a:spcAft>
              <a:buNone/>
            </a:pPr>
            <a:r>
              <a:t/>
            </a:r>
            <a:endParaRPr sz="2000">
              <a:solidFill>
                <a:srgbClr val="000066"/>
              </a:solidFill>
              <a:latin typeface="Times New Roman"/>
              <a:ea typeface="Times New Roman"/>
              <a:cs typeface="Times New Roman"/>
              <a:sym typeface="Times New Roman"/>
            </a:endParaRPr>
          </a:p>
          <a:p>
            <a:pPr indent="0" lvl="0" marL="0" marR="0" rtl="0" algn="ctr">
              <a:spcBef>
                <a:spcPts val="0"/>
              </a:spcBef>
              <a:spcAft>
                <a:spcPts val="0"/>
              </a:spcAft>
              <a:buNone/>
            </a:pPr>
            <a:r>
              <a:rPr lang="en-US" sz="2000">
                <a:solidFill>
                  <a:srgbClr val="000066"/>
                </a:solidFill>
                <a:latin typeface="Times New Roman"/>
                <a:ea typeface="Times New Roman"/>
                <a:cs typeface="Times New Roman"/>
                <a:sym typeface="Times New Roman"/>
              </a:rPr>
              <a:t>drive()</a:t>
            </a:r>
            <a:endParaRPr/>
          </a:p>
          <a:p>
            <a:pPr indent="0" lvl="0" marL="0" marR="0" rtl="0" algn="ctr">
              <a:spcBef>
                <a:spcPts val="0"/>
              </a:spcBef>
              <a:spcAft>
                <a:spcPts val="0"/>
              </a:spcAft>
              <a:buNone/>
            </a:pPr>
            <a:r>
              <a:rPr lang="en-US" sz="2000">
                <a:solidFill>
                  <a:srgbClr val="000066"/>
                </a:solidFill>
                <a:latin typeface="Times New Roman"/>
                <a:ea typeface="Times New Roman"/>
                <a:cs typeface="Times New Roman"/>
                <a:sym typeface="Times New Roman"/>
              </a:rPr>
              <a:t>turnRight()</a:t>
            </a:r>
            <a:endParaRPr/>
          </a:p>
          <a:p>
            <a:pPr indent="0" lvl="0" marL="0" marR="0" rtl="0" algn="ctr">
              <a:spcBef>
                <a:spcPts val="0"/>
              </a:spcBef>
              <a:spcAft>
                <a:spcPts val="0"/>
              </a:spcAft>
              <a:buNone/>
            </a:pPr>
            <a:r>
              <a:rPr lang="en-US" sz="2000">
                <a:solidFill>
                  <a:srgbClr val="000066"/>
                </a:solidFill>
                <a:latin typeface="Times New Roman"/>
                <a:ea typeface="Times New Roman"/>
                <a:cs typeface="Times New Roman"/>
                <a:sym typeface="Times New Roman"/>
              </a:rPr>
              <a:t>turnLeft()</a:t>
            </a:r>
            <a:endParaRPr/>
          </a:p>
          <a:p>
            <a:pPr indent="0" lvl="0" marL="0" marR="0" rtl="0" algn="ctr">
              <a:spcBef>
                <a:spcPts val="0"/>
              </a:spcBef>
              <a:spcAft>
                <a:spcPts val="0"/>
              </a:spcAft>
              <a:buNone/>
            </a:pPr>
            <a:r>
              <a:rPr lang="en-US" sz="2000">
                <a:solidFill>
                  <a:srgbClr val="000066"/>
                </a:solidFill>
                <a:latin typeface="Times New Roman"/>
                <a:ea typeface="Times New Roman"/>
                <a:cs typeface="Times New Roman"/>
                <a:sym typeface="Times New Roman"/>
              </a:rPr>
              <a:t>stop()</a:t>
            </a:r>
            <a:endParaRPr/>
          </a:p>
        </p:txBody>
      </p:sp>
      <p:cxnSp>
        <p:nvCxnSpPr>
          <p:cNvPr id="464" name="Google Shape;464;p28"/>
          <p:cNvCxnSpPr/>
          <p:nvPr/>
        </p:nvCxnSpPr>
        <p:spPr>
          <a:xfrm>
            <a:off x="5076825" y="2278063"/>
            <a:ext cx="3024188" cy="1587"/>
          </a:xfrm>
          <a:prstGeom prst="straightConnector1">
            <a:avLst/>
          </a:prstGeom>
          <a:noFill/>
          <a:ln cap="flat" cmpd="sng" w="38100">
            <a:solidFill>
              <a:srgbClr val="FF0000"/>
            </a:solidFill>
            <a:prstDash val="solid"/>
            <a:round/>
            <a:headEnd len="sm" w="sm" type="none"/>
            <a:tailEnd len="sm" w="sm" type="none"/>
          </a:ln>
        </p:spPr>
      </p:cxnSp>
      <p:cxnSp>
        <p:nvCxnSpPr>
          <p:cNvPr id="465" name="Google Shape;465;p28"/>
          <p:cNvCxnSpPr/>
          <p:nvPr/>
        </p:nvCxnSpPr>
        <p:spPr>
          <a:xfrm>
            <a:off x="5076825" y="3933825"/>
            <a:ext cx="3024188" cy="1588"/>
          </a:xfrm>
          <a:prstGeom prst="straightConnector1">
            <a:avLst/>
          </a:prstGeom>
          <a:noFill/>
          <a:ln cap="flat" cmpd="sng" w="38100">
            <a:solidFill>
              <a:srgbClr val="FF0000"/>
            </a:solidFill>
            <a:prstDash val="solid"/>
            <a:round/>
            <a:headEnd len="sm" w="sm" type="none"/>
            <a:tailEnd len="sm" w="sm" type="none"/>
          </a:ln>
        </p:spPr>
      </p:cxnSp>
      <p:sp>
        <p:nvSpPr>
          <p:cNvPr id="466" name="Google Shape;466;p28"/>
          <p:cNvSpPr txBox="1"/>
          <p:nvPr>
            <p:ph idx="12" type="sldNum"/>
          </p:nvPr>
        </p:nvSpPr>
        <p:spPr>
          <a:xfrm>
            <a:off x="7092950" y="6248400"/>
            <a:ext cx="1905000" cy="4572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70" name="Shape 470"/>
        <p:cNvGrpSpPr/>
        <p:nvPr/>
      </p:nvGrpSpPr>
      <p:grpSpPr>
        <a:xfrm>
          <a:off x="0" y="0"/>
          <a:ext cx="0" cy="0"/>
          <a:chOff x="0" y="0"/>
          <a:chExt cx="0" cy="0"/>
        </a:xfrm>
      </p:grpSpPr>
      <p:sp>
        <p:nvSpPr>
          <p:cNvPr id="471" name="Google Shape;471;p29"/>
          <p:cNvSpPr txBox="1"/>
          <p:nvPr>
            <p:ph type="title"/>
          </p:nvPr>
        </p:nvSpPr>
        <p:spPr>
          <a:xfrm>
            <a:off x="611188" y="198438"/>
            <a:ext cx="7588250" cy="6858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Class Pencil</a:t>
            </a:r>
            <a:endParaRPr/>
          </a:p>
        </p:txBody>
      </p:sp>
      <p:sp>
        <p:nvSpPr>
          <p:cNvPr id="472" name="Google Shape;472;p29"/>
          <p:cNvSpPr/>
          <p:nvPr/>
        </p:nvSpPr>
        <p:spPr>
          <a:xfrm>
            <a:off x="2700338" y="1844675"/>
            <a:ext cx="3168650" cy="647700"/>
          </a:xfrm>
          <a:prstGeom prst="rect">
            <a:avLst/>
          </a:prstGeom>
          <a:solidFill>
            <a:schemeClr val="accent1"/>
          </a:solidFill>
          <a:ln cap="flat" cmpd="sng" w="12700">
            <a:solidFill>
              <a:srgbClr val="FF33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000">
                <a:solidFill>
                  <a:schemeClr val="dk1"/>
                </a:solidFill>
                <a:latin typeface="Times New Roman"/>
                <a:ea typeface="Times New Roman"/>
                <a:cs typeface="Times New Roman"/>
                <a:sym typeface="Times New Roman"/>
              </a:rPr>
              <a:t>Pencil</a:t>
            </a:r>
            <a:endParaRPr/>
          </a:p>
        </p:txBody>
      </p:sp>
      <p:sp>
        <p:nvSpPr>
          <p:cNvPr id="473" name="Google Shape;473;p29"/>
          <p:cNvSpPr/>
          <p:nvPr/>
        </p:nvSpPr>
        <p:spPr>
          <a:xfrm>
            <a:off x="2700338" y="2492375"/>
            <a:ext cx="3168650" cy="1296988"/>
          </a:xfrm>
          <a:prstGeom prst="rect">
            <a:avLst/>
          </a:prstGeom>
          <a:solidFill>
            <a:schemeClr val="accent1"/>
          </a:solidFill>
          <a:ln cap="flat" cmpd="sng" w="12700">
            <a:solidFill>
              <a:srgbClr val="FF33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000">
                <a:solidFill>
                  <a:srgbClr val="000066"/>
                </a:solidFill>
                <a:latin typeface="Times New Roman"/>
                <a:ea typeface="Times New Roman"/>
                <a:cs typeface="Times New Roman"/>
                <a:sym typeface="Times New Roman"/>
              </a:rPr>
              <a:t>int location</a:t>
            </a:r>
            <a:endParaRPr/>
          </a:p>
          <a:p>
            <a:pPr indent="0" lvl="0" marL="0" marR="0" rtl="0" algn="ctr">
              <a:spcBef>
                <a:spcPts val="0"/>
              </a:spcBef>
              <a:spcAft>
                <a:spcPts val="0"/>
              </a:spcAft>
              <a:buNone/>
            </a:pPr>
            <a:r>
              <a:rPr lang="en-US" sz="2000">
                <a:solidFill>
                  <a:srgbClr val="000066"/>
                </a:solidFill>
                <a:latin typeface="Times New Roman"/>
                <a:ea typeface="Times New Roman"/>
                <a:cs typeface="Times New Roman"/>
                <a:sym typeface="Times New Roman"/>
              </a:rPr>
              <a:t>String direction</a:t>
            </a:r>
            <a:endParaRPr/>
          </a:p>
        </p:txBody>
      </p:sp>
      <p:sp>
        <p:nvSpPr>
          <p:cNvPr id="474" name="Google Shape;474;p29"/>
          <p:cNvSpPr/>
          <p:nvPr/>
        </p:nvSpPr>
        <p:spPr>
          <a:xfrm>
            <a:off x="2700338" y="3789363"/>
            <a:ext cx="3168650" cy="1654175"/>
          </a:xfrm>
          <a:prstGeom prst="rect">
            <a:avLst/>
          </a:prstGeom>
          <a:solidFill>
            <a:schemeClr val="accent1"/>
          </a:solidFill>
          <a:ln cap="flat" cmpd="sng" w="12700">
            <a:solidFill>
              <a:srgbClr val="FF33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000">
                <a:solidFill>
                  <a:srgbClr val="000066"/>
                </a:solidFill>
                <a:latin typeface="Times New Roman"/>
                <a:ea typeface="Times New Roman"/>
                <a:cs typeface="Times New Roman"/>
                <a:sym typeface="Times New Roman"/>
              </a:rPr>
              <a:t>home()</a:t>
            </a:r>
            <a:endParaRPr/>
          </a:p>
          <a:p>
            <a:pPr indent="0" lvl="0" marL="0" marR="0" rtl="0" algn="ctr">
              <a:spcBef>
                <a:spcPts val="0"/>
              </a:spcBef>
              <a:spcAft>
                <a:spcPts val="0"/>
              </a:spcAft>
              <a:buNone/>
            </a:pPr>
            <a:r>
              <a:rPr lang="en-US" sz="2000">
                <a:solidFill>
                  <a:srgbClr val="000066"/>
                </a:solidFill>
                <a:latin typeface="Times New Roman"/>
                <a:ea typeface="Times New Roman"/>
                <a:cs typeface="Times New Roman"/>
                <a:sym typeface="Times New Roman"/>
              </a:rPr>
              <a:t>up()</a:t>
            </a:r>
            <a:endParaRPr/>
          </a:p>
          <a:p>
            <a:pPr indent="0" lvl="0" marL="0" marR="0" rtl="0" algn="ctr">
              <a:spcBef>
                <a:spcPts val="0"/>
              </a:spcBef>
              <a:spcAft>
                <a:spcPts val="0"/>
              </a:spcAft>
              <a:buNone/>
            </a:pPr>
            <a:r>
              <a:rPr lang="en-US" sz="2000">
                <a:solidFill>
                  <a:srgbClr val="000066"/>
                </a:solidFill>
                <a:latin typeface="Times New Roman"/>
                <a:ea typeface="Times New Roman"/>
                <a:cs typeface="Times New Roman"/>
                <a:sym typeface="Times New Roman"/>
              </a:rPr>
              <a:t>down()</a:t>
            </a:r>
            <a:endParaRPr/>
          </a:p>
          <a:p>
            <a:pPr indent="0" lvl="0" marL="0" marR="0" rtl="0" algn="ctr">
              <a:spcBef>
                <a:spcPts val="0"/>
              </a:spcBef>
              <a:spcAft>
                <a:spcPts val="0"/>
              </a:spcAft>
              <a:buNone/>
            </a:pPr>
            <a:r>
              <a:rPr lang="en-US" sz="2000">
                <a:solidFill>
                  <a:srgbClr val="000066"/>
                </a:solidFill>
                <a:latin typeface="Times New Roman"/>
                <a:ea typeface="Times New Roman"/>
                <a:cs typeface="Times New Roman"/>
                <a:sym typeface="Times New Roman"/>
              </a:rPr>
              <a:t>write()</a:t>
            </a:r>
            <a:endParaRPr/>
          </a:p>
        </p:txBody>
      </p:sp>
      <p:sp>
        <p:nvSpPr>
          <p:cNvPr id="475" name="Google Shape;475;p29"/>
          <p:cNvSpPr txBox="1"/>
          <p:nvPr/>
        </p:nvSpPr>
        <p:spPr>
          <a:xfrm>
            <a:off x="6011881" y="2779725"/>
            <a:ext cx="2021700" cy="461700"/>
          </a:xfrm>
          <a:prstGeom prst="rect">
            <a:avLst/>
          </a:prstGeom>
          <a:noFill/>
          <a:ln>
            <a:noFill/>
          </a:ln>
        </p:spPr>
        <p:txBody>
          <a:bodyPr anchorCtr="1" anchor="t" bIns="45700" lIns="91425" spcFirstLastPara="1" rIns="91425" wrap="square" tIns="45700">
            <a:spAutoFit/>
          </a:bodyPr>
          <a:lstStyle/>
          <a:p>
            <a:pPr indent="0" lvl="0" marL="0" marR="0" rtl="0" algn="ctr">
              <a:spcBef>
                <a:spcPts val="0"/>
              </a:spcBef>
              <a:spcAft>
                <a:spcPts val="0"/>
              </a:spcAft>
              <a:buNone/>
            </a:pPr>
            <a:r>
              <a:rPr lang="en-US" sz="2400">
                <a:solidFill>
                  <a:schemeClr val="lt1"/>
                </a:solidFill>
                <a:latin typeface="Times New Roman"/>
                <a:ea typeface="Times New Roman"/>
                <a:cs typeface="Times New Roman"/>
                <a:sym typeface="Times New Roman"/>
              </a:rPr>
              <a:t>attributes</a:t>
            </a:r>
            <a:endParaRPr/>
          </a:p>
        </p:txBody>
      </p:sp>
      <p:sp>
        <p:nvSpPr>
          <p:cNvPr id="476" name="Google Shape;476;p29"/>
          <p:cNvSpPr txBox="1"/>
          <p:nvPr/>
        </p:nvSpPr>
        <p:spPr>
          <a:xfrm>
            <a:off x="6011863" y="4219575"/>
            <a:ext cx="1216025" cy="457200"/>
          </a:xfrm>
          <a:prstGeom prst="rect">
            <a:avLst/>
          </a:prstGeom>
          <a:noFill/>
          <a:ln>
            <a:noFill/>
          </a:ln>
        </p:spPr>
        <p:txBody>
          <a:bodyPr anchorCtr="1" anchor="t" bIns="45700" lIns="91425" spcFirstLastPara="1" rIns="91425" wrap="square" tIns="45700">
            <a:spAutoFit/>
          </a:bodyPr>
          <a:lstStyle/>
          <a:p>
            <a:pPr indent="0" lvl="0" marL="0" marR="0" rtl="0" algn="ctr">
              <a:spcBef>
                <a:spcPts val="0"/>
              </a:spcBef>
              <a:spcAft>
                <a:spcPts val="0"/>
              </a:spcAft>
              <a:buNone/>
            </a:pPr>
            <a:r>
              <a:rPr lang="en-US" sz="2400">
                <a:solidFill>
                  <a:schemeClr val="lt1"/>
                </a:solidFill>
                <a:latin typeface="Times New Roman"/>
                <a:ea typeface="Times New Roman"/>
                <a:cs typeface="Times New Roman"/>
                <a:sym typeface="Times New Roman"/>
              </a:rPr>
              <a:t>methods</a:t>
            </a:r>
            <a:endParaRPr/>
          </a:p>
        </p:txBody>
      </p:sp>
      <p:sp>
        <p:nvSpPr>
          <p:cNvPr id="477" name="Google Shape;477;p29"/>
          <p:cNvSpPr txBox="1"/>
          <p:nvPr/>
        </p:nvSpPr>
        <p:spPr>
          <a:xfrm>
            <a:off x="6156325" y="1916113"/>
            <a:ext cx="911225" cy="457200"/>
          </a:xfrm>
          <a:prstGeom prst="rect">
            <a:avLst/>
          </a:prstGeom>
          <a:noFill/>
          <a:ln>
            <a:noFill/>
          </a:ln>
        </p:spPr>
        <p:txBody>
          <a:bodyPr anchorCtr="1" anchor="t" bIns="45700" lIns="91425" spcFirstLastPara="1" rIns="91425" wrap="square" tIns="45700">
            <a:spAutoFit/>
          </a:bodyPr>
          <a:lstStyle/>
          <a:p>
            <a:pPr indent="0" lvl="0" marL="0" marR="0" rtl="0" algn="ctr">
              <a:spcBef>
                <a:spcPts val="0"/>
              </a:spcBef>
              <a:spcAft>
                <a:spcPts val="0"/>
              </a:spcAft>
              <a:buNone/>
            </a:pPr>
            <a:r>
              <a:rPr lang="en-US" sz="2400">
                <a:solidFill>
                  <a:schemeClr val="lt1"/>
                </a:solidFill>
                <a:latin typeface="Times New Roman"/>
                <a:ea typeface="Times New Roman"/>
                <a:cs typeface="Times New Roman"/>
                <a:sym typeface="Times New Roman"/>
              </a:rPr>
              <a:t>Name</a:t>
            </a:r>
            <a:endParaRPr/>
          </a:p>
        </p:txBody>
      </p:sp>
      <p:sp>
        <p:nvSpPr>
          <p:cNvPr id="478" name="Google Shape;478;p29"/>
          <p:cNvSpPr txBox="1"/>
          <p:nvPr>
            <p:ph idx="12" type="sldNum"/>
          </p:nvPr>
        </p:nvSpPr>
        <p:spPr>
          <a:xfrm>
            <a:off x="7092950" y="6248400"/>
            <a:ext cx="1905000" cy="4572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82" name="Shape 482"/>
        <p:cNvGrpSpPr/>
        <p:nvPr/>
      </p:nvGrpSpPr>
      <p:grpSpPr>
        <a:xfrm>
          <a:off x="0" y="0"/>
          <a:ext cx="0" cy="0"/>
          <a:chOff x="0" y="0"/>
          <a:chExt cx="0" cy="0"/>
        </a:xfrm>
      </p:grpSpPr>
      <p:sp>
        <p:nvSpPr>
          <p:cNvPr id="483" name="Google Shape;483;p30"/>
          <p:cNvSpPr txBox="1"/>
          <p:nvPr>
            <p:ph type="title"/>
          </p:nvPr>
        </p:nvSpPr>
        <p:spPr>
          <a:xfrm>
            <a:off x="611188" y="198438"/>
            <a:ext cx="7588250" cy="6858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Declaring objects</a:t>
            </a:r>
            <a:endParaRPr/>
          </a:p>
        </p:txBody>
      </p:sp>
      <p:sp>
        <p:nvSpPr>
          <p:cNvPr id="484" name="Google Shape;484;p30"/>
          <p:cNvSpPr txBox="1"/>
          <p:nvPr>
            <p:ph idx="1" type="body"/>
          </p:nvPr>
        </p:nvSpPr>
        <p:spPr>
          <a:xfrm>
            <a:off x="609600" y="1266825"/>
            <a:ext cx="8305800" cy="4905375"/>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800"/>
              <a:buChar char="●"/>
            </a:pPr>
            <a:r>
              <a:rPr lang="en-US"/>
              <a:t>A class can be used to </a:t>
            </a:r>
            <a:r>
              <a:rPr i="1" lang="en-US"/>
              <a:t>create</a:t>
            </a:r>
            <a:r>
              <a:rPr lang="en-US"/>
              <a:t> objects</a:t>
            </a:r>
            <a:endParaRPr/>
          </a:p>
          <a:p>
            <a:pPr indent="-342900" lvl="0" marL="342900" rtl="0" algn="l">
              <a:spcBef>
                <a:spcPts val="480"/>
              </a:spcBef>
              <a:spcAft>
                <a:spcPts val="0"/>
              </a:spcAft>
              <a:buSzPts val="1800"/>
              <a:buChar char="●"/>
            </a:pPr>
            <a:r>
              <a:rPr lang="en-US"/>
              <a:t>Objects are the instances of that class</a:t>
            </a:r>
            <a:endParaRPr/>
          </a:p>
        </p:txBody>
      </p:sp>
      <p:sp>
        <p:nvSpPr>
          <p:cNvPr id="485" name="Google Shape;485;p30"/>
          <p:cNvSpPr txBox="1"/>
          <p:nvPr/>
        </p:nvSpPr>
        <p:spPr>
          <a:xfrm>
            <a:off x="1398588" y="3494088"/>
            <a:ext cx="1584325" cy="1933575"/>
          </a:xfrm>
          <a:prstGeom prst="rect">
            <a:avLst/>
          </a:prstGeom>
          <a:solidFill>
            <a:schemeClr val="accent1"/>
          </a:solidFill>
          <a:ln cap="flat" cmpd="sng" w="12700">
            <a:solidFill>
              <a:srgbClr val="FF3300"/>
            </a:solidFill>
            <a:prstDash val="solid"/>
            <a:miter lim="800000"/>
            <a:headEnd len="sm" w="sm" type="none"/>
            <a:tailEnd len="sm" w="sm" type="none"/>
          </a:ln>
        </p:spPr>
        <p:txBody>
          <a:bodyPr anchorCtr="1" anchor="t" bIns="45700" lIns="91425" spcFirstLastPara="1" rIns="91425" wrap="square" tIns="45700">
            <a:spAutoFit/>
          </a:bodyPr>
          <a:lstStyle/>
          <a:p>
            <a:pPr indent="0" lvl="0" marL="0" marR="0" rtl="0" algn="ctr">
              <a:spcBef>
                <a:spcPts val="0"/>
              </a:spcBef>
              <a:spcAft>
                <a:spcPts val="0"/>
              </a:spcAft>
              <a:buNone/>
            </a:pPr>
            <a:r>
              <a:rPr lang="en-US" sz="1000">
                <a:solidFill>
                  <a:srgbClr val="000066"/>
                </a:solidFill>
                <a:latin typeface="Times New Roman"/>
                <a:ea typeface="Times New Roman"/>
                <a:cs typeface="Times New Roman"/>
                <a:sym typeface="Times New Roman"/>
              </a:rPr>
              <a:t>Car</a:t>
            </a:r>
            <a:endParaRPr/>
          </a:p>
          <a:p>
            <a:pPr indent="0" lvl="0" marL="0" marR="0" rtl="0" algn="ctr">
              <a:spcBef>
                <a:spcPts val="0"/>
              </a:spcBef>
              <a:spcAft>
                <a:spcPts val="0"/>
              </a:spcAft>
              <a:buNone/>
            </a:pPr>
            <a:r>
              <a:t/>
            </a:r>
            <a:endParaRPr sz="1000">
              <a:solidFill>
                <a:srgbClr val="000066"/>
              </a:solidFill>
              <a:latin typeface="Times New Roman"/>
              <a:ea typeface="Times New Roman"/>
              <a:cs typeface="Times New Roman"/>
              <a:sym typeface="Times New Roman"/>
            </a:endParaRPr>
          </a:p>
          <a:p>
            <a:pPr indent="0" lvl="0" marL="0" marR="0" rtl="0" algn="ctr">
              <a:spcBef>
                <a:spcPts val="0"/>
              </a:spcBef>
              <a:spcAft>
                <a:spcPts val="0"/>
              </a:spcAft>
              <a:buNone/>
            </a:pPr>
            <a:r>
              <a:t/>
            </a:r>
            <a:endParaRPr sz="1000">
              <a:solidFill>
                <a:srgbClr val="000066"/>
              </a:solidFill>
              <a:latin typeface="Times New Roman"/>
              <a:ea typeface="Times New Roman"/>
              <a:cs typeface="Times New Roman"/>
              <a:sym typeface="Times New Roman"/>
            </a:endParaRPr>
          </a:p>
          <a:p>
            <a:pPr indent="0" lvl="0" marL="0" marR="0" rtl="0" algn="ctr">
              <a:spcBef>
                <a:spcPts val="0"/>
              </a:spcBef>
              <a:spcAft>
                <a:spcPts val="0"/>
              </a:spcAft>
              <a:buNone/>
            </a:pPr>
            <a:r>
              <a:rPr i="1" lang="en-US" sz="1000">
                <a:solidFill>
                  <a:srgbClr val="000066"/>
                </a:solidFill>
                <a:latin typeface="Times New Roman"/>
                <a:ea typeface="Times New Roman"/>
                <a:cs typeface="Times New Roman"/>
                <a:sym typeface="Times New Roman"/>
              </a:rPr>
              <a:t>String</a:t>
            </a:r>
            <a:r>
              <a:rPr lang="en-US" sz="1000">
                <a:solidFill>
                  <a:srgbClr val="000066"/>
                </a:solidFill>
                <a:latin typeface="Times New Roman"/>
                <a:ea typeface="Times New Roman"/>
                <a:cs typeface="Times New Roman"/>
                <a:sym typeface="Times New Roman"/>
              </a:rPr>
              <a:t> color</a:t>
            </a:r>
            <a:endParaRPr/>
          </a:p>
          <a:p>
            <a:pPr indent="0" lvl="0" marL="0" marR="0" rtl="0" algn="ctr">
              <a:spcBef>
                <a:spcPts val="0"/>
              </a:spcBef>
              <a:spcAft>
                <a:spcPts val="0"/>
              </a:spcAft>
              <a:buNone/>
            </a:pPr>
            <a:r>
              <a:rPr i="1" lang="en-US" sz="1000">
                <a:solidFill>
                  <a:srgbClr val="000066"/>
                </a:solidFill>
                <a:latin typeface="Times New Roman"/>
                <a:ea typeface="Times New Roman"/>
                <a:cs typeface="Times New Roman"/>
                <a:sym typeface="Times New Roman"/>
              </a:rPr>
              <a:t>int</a:t>
            </a:r>
            <a:r>
              <a:rPr lang="en-US" sz="1000">
                <a:solidFill>
                  <a:srgbClr val="000066"/>
                </a:solidFill>
                <a:latin typeface="Times New Roman"/>
                <a:ea typeface="Times New Roman"/>
                <a:cs typeface="Times New Roman"/>
                <a:sym typeface="Times New Roman"/>
              </a:rPr>
              <a:t> speed</a:t>
            </a:r>
            <a:endParaRPr/>
          </a:p>
          <a:p>
            <a:pPr indent="0" lvl="0" marL="0" marR="0" rtl="0" algn="ctr">
              <a:spcBef>
                <a:spcPts val="0"/>
              </a:spcBef>
              <a:spcAft>
                <a:spcPts val="0"/>
              </a:spcAft>
              <a:buNone/>
            </a:pPr>
            <a:r>
              <a:rPr i="1" lang="en-US" sz="1000">
                <a:solidFill>
                  <a:srgbClr val="000066"/>
                </a:solidFill>
                <a:latin typeface="Times New Roman"/>
                <a:ea typeface="Times New Roman"/>
                <a:cs typeface="Times New Roman"/>
                <a:sym typeface="Times New Roman"/>
              </a:rPr>
              <a:t>int</a:t>
            </a:r>
            <a:r>
              <a:rPr lang="en-US" sz="1000">
                <a:solidFill>
                  <a:srgbClr val="000066"/>
                </a:solidFill>
                <a:latin typeface="Times New Roman"/>
                <a:ea typeface="Times New Roman"/>
                <a:cs typeface="Times New Roman"/>
                <a:sym typeface="Times New Roman"/>
              </a:rPr>
              <a:t> power</a:t>
            </a:r>
            <a:endParaRPr/>
          </a:p>
          <a:p>
            <a:pPr indent="0" lvl="0" marL="0" marR="0" rtl="0" algn="ctr">
              <a:spcBef>
                <a:spcPts val="0"/>
              </a:spcBef>
              <a:spcAft>
                <a:spcPts val="0"/>
              </a:spcAft>
              <a:buNone/>
            </a:pPr>
            <a:r>
              <a:t/>
            </a:r>
            <a:endParaRPr sz="1000">
              <a:solidFill>
                <a:srgbClr val="000066"/>
              </a:solidFill>
              <a:latin typeface="Times New Roman"/>
              <a:ea typeface="Times New Roman"/>
              <a:cs typeface="Times New Roman"/>
              <a:sym typeface="Times New Roman"/>
            </a:endParaRPr>
          </a:p>
          <a:p>
            <a:pPr indent="0" lvl="0" marL="0" marR="0" rtl="0" algn="ctr">
              <a:spcBef>
                <a:spcPts val="0"/>
              </a:spcBef>
              <a:spcAft>
                <a:spcPts val="0"/>
              </a:spcAft>
              <a:buNone/>
            </a:pPr>
            <a:r>
              <a:t/>
            </a:r>
            <a:endParaRPr sz="1000">
              <a:solidFill>
                <a:srgbClr val="000066"/>
              </a:solidFill>
              <a:latin typeface="Times New Roman"/>
              <a:ea typeface="Times New Roman"/>
              <a:cs typeface="Times New Roman"/>
              <a:sym typeface="Times New Roman"/>
            </a:endParaRPr>
          </a:p>
          <a:p>
            <a:pPr indent="0" lvl="0" marL="0" marR="0" rtl="0" algn="ctr">
              <a:spcBef>
                <a:spcPts val="0"/>
              </a:spcBef>
              <a:spcAft>
                <a:spcPts val="0"/>
              </a:spcAft>
              <a:buNone/>
            </a:pPr>
            <a:r>
              <a:rPr lang="en-US" sz="1000">
                <a:solidFill>
                  <a:srgbClr val="000066"/>
                </a:solidFill>
                <a:latin typeface="Times New Roman"/>
                <a:ea typeface="Times New Roman"/>
                <a:cs typeface="Times New Roman"/>
                <a:sym typeface="Times New Roman"/>
              </a:rPr>
              <a:t>drive()</a:t>
            </a:r>
            <a:endParaRPr/>
          </a:p>
          <a:p>
            <a:pPr indent="0" lvl="0" marL="0" marR="0" rtl="0" algn="ctr">
              <a:spcBef>
                <a:spcPts val="0"/>
              </a:spcBef>
              <a:spcAft>
                <a:spcPts val="0"/>
              </a:spcAft>
              <a:buNone/>
            </a:pPr>
            <a:r>
              <a:rPr lang="en-US" sz="1000">
                <a:solidFill>
                  <a:srgbClr val="000066"/>
                </a:solidFill>
                <a:latin typeface="Times New Roman"/>
                <a:ea typeface="Times New Roman"/>
                <a:cs typeface="Times New Roman"/>
                <a:sym typeface="Times New Roman"/>
              </a:rPr>
              <a:t>turnRight()</a:t>
            </a:r>
            <a:endParaRPr/>
          </a:p>
          <a:p>
            <a:pPr indent="0" lvl="0" marL="0" marR="0" rtl="0" algn="ctr">
              <a:spcBef>
                <a:spcPts val="0"/>
              </a:spcBef>
              <a:spcAft>
                <a:spcPts val="0"/>
              </a:spcAft>
              <a:buNone/>
            </a:pPr>
            <a:r>
              <a:rPr lang="en-US" sz="1000">
                <a:solidFill>
                  <a:srgbClr val="000066"/>
                </a:solidFill>
                <a:latin typeface="Times New Roman"/>
                <a:ea typeface="Times New Roman"/>
                <a:cs typeface="Times New Roman"/>
                <a:sym typeface="Times New Roman"/>
              </a:rPr>
              <a:t>turnLeft()</a:t>
            </a:r>
            <a:endParaRPr/>
          </a:p>
          <a:p>
            <a:pPr indent="0" lvl="0" marL="0" marR="0" rtl="0" algn="ctr">
              <a:spcBef>
                <a:spcPts val="0"/>
              </a:spcBef>
              <a:spcAft>
                <a:spcPts val="0"/>
              </a:spcAft>
              <a:buNone/>
            </a:pPr>
            <a:r>
              <a:rPr lang="en-US" sz="1000">
                <a:solidFill>
                  <a:srgbClr val="000066"/>
                </a:solidFill>
                <a:latin typeface="Times New Roman"/>
                <a:ea typeface="Times New Roman"/>
                <a:cs typeface="Times New Roman"/>
                <a:sym typeface="Times New Roman"/>
              </a:rPr>
              <a:t>stop()</a:t>
            </a:r>
            <a:endParaRPr/>
          </a:p>
        </p:txBody>
      </p:sp>
      <p:cxnSp>
        <p:nvCxnSpPr>
          <p:cNvPr id="486" name="Google Shape;486;p30"/>
          <p:cNvCxnSpPr/>
          <p:nvPr/>
        </p:nvCxnSpPr>
        <p:spPr>
          <a:xfrm>
            <a:off x="1398588" y="3854450"/>
            <a:ext cx="1584325" cy="1588"/>
          </a:xfrm>
          <a:prstGeom prst="straightConnector1">
            <a:avLst/>
          </a:prstGeom>
          <a:noFill/>
          <a:ln cap="flat" cmpd="sng" w="38100">
            <a:solidFill>
              <a:srgbClr val="FF0000"/>
            </a:solidFill>
            <a:prstDash val="solid"/>
            <a:round/>
            <a:headEnd len="sm" w="sm" type="none"/>
            <a:tailEnd len="sm" w="sm" type="none"/>
          </a:ln>
        </p:spPr>
      </p:cxnSp>
      <p:cxnSp>
        <p:nvCxnSpPr>
          <p:cNvPr id="487" name="Google Shape;487;p30"/>
          <p:cNvCxnSpPr/>
          <p:nvPr/>
        </p:nvCxnSpPr>
        <p:spPr>
          <a:xfrm>
            <a:off x="1398588" y="4576763"/>
            <a:ext cx="1584325" cy="1587"/>
          </a:xfrm>
          <a:prstGeom prst="straightConnector1">
            <a:avLst/>
          </a:prstGeom>
          <a:noFill/>
          <a:ln cap="flat" cmpd="sng" w="38100">
            <a:solidFill>
              <a:srgbClr val="FF0000"/>
            </a:solidFill>
            <a:prstDash val="solid"/>
            <a:round/>
            <a:headEnd len="sm" w="sm" type="none"/>
            <a:tailEnd len="sm" w="sm" type="none"/>
          </a:ln>
        </p:spPr>
      </p:cxnSp>
      <p:sp>
        <p:nvSpPr>
          <p:cNvPr id="488" name="Google Shape;488;p30"/>
          <p:cNvSpPr/>
          <p:nvPr/>
        </p:nvSpPr>
        <p:spPr>
          <a:xfrm>
            <a:off x="3132138" y="4149725"/>
            <a:ext cx="1435100" cy="822325"/>
          </a:xfrm>
          <a:prstGeom prst="rightArrow">
            <a:avLst>
              <a:gd fmla="val 50000" name="adj1"/>
              <a:gd fmla="val 43629" name="adj2"/>
            </a:avLst>
          </a:prstGeom>
          <a:solidFill>
            <a:schemeClr val="hlink"/>
          </a:solid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lang="en-US" sz="2400">
                <a:solidFill>
                  <a:srgbClr val="000066"/>
                </a:solidFill>
                <a:latin typeface="Times New Roman"/>
                <a:ea typeface="Times New Roman"/>
                <a:cs typeface="Times New Roman"/>
                <a:sym typeface="Times New Roman"/>
              </a:rPr>
              <a:t>new</a:t>
            </a:r>
            <a:endParaRPr/>
          </a:p>
        </p:txBody>
      </p:sp>
      <p:pic>
        <p:nvPicPr>
          <p:cNvPr descr="TN00557_[1]" id="489" name="Google Shape;489;p30"/>
          <p:cNvPicPr preferRelativeResize="0"/>
          <p:nvPr/>
        </p:nvPicPr>
        <p:blipFill rotWithShape="1">
          <a:blip r:embed="rId3">
            <a:alphaModFix/>
          </a:blip>
          <a:srcRect b="0" l="0" r="0" t="0"/>
          <a:stretch/>
        </p:blipFill>
        <p:spPr>
          <a:xfrm>
            <a:off x="5076825" y="4005263"/>
            <a:ext cx="2592388" cy="987425"/>
          </a:xfrm>
          <a:prstGeom prst="rect">
            <a:avLst/>
          </a:prstGeom>
          <a:noFill/>
          <a:ln>
            <a:noFill/>
          </a:ln>
        </p:spPr>
      </p:pic>
      <p:pic>
        <p:nvPicPr>
          <p:cNvPr descr="TN00554_[1]" id="490" name="Google Shape;490;p30"/>
          <p:cNvPicPr preferRelativeResize="0"/>
          <p:nvPr/>
        </p:nvPicPr>
        <p:blipFill rotWithShape="1">
          <a:blip r:embed="rId4">
            <a:alphaModFix/>
          </a:blip>
          <a:srcRect b="0" l="0" r="0" t="0"/>
          <a:stretch/>
        </p:blipFill>
        <p:spPr>
          <a:xfrm>
            <a:off x="5292725" y="2636838"/>
            <a:ext cx="2376488" cy="941387"/>
          </a:xfrm>
          <a:prstGeom prst="rect">
            <a:avLst/>
          </a:prstGeom>
          <a:noFill/>
          <a:ln>
            <a:noFill/>
          </a:ln>
        </p:spPr>
      </p:pic>
      <p:pic>
        <p:nvPicPr>
          <p:cNvPr descr="TN00552_[1]" id="491" name="Google Shape;491;p30"/>
          <p:cNvPicPr preferRelativeResize="0"/>
          <p:nvPr/>
        </p:nvPicPr>
        <p:blipFill rotWithShape="1">
          <a:blip r:embed="rId5">
            <a:alphaModFix/>
          </a:blip>
          <a:srcRect b="0" l="0" r="0" t="0"/>
          <a:stretch/>
        </p:blipFill>
        <p:spPr>
          <a:xfrm>
            <a:off x="5148263" y="5373688"/>
            <a:ext cx="2232025" cy="992187"/>
          </a:xfrm>
          <a:prstGeom prst="rect">
            <a:avLst/>
          </a:prstGeom>
          <a:noFill/>
          <a:ln>
            <a:noFill/>
          </a:ln>
        </p:spPr>
      </p:pic>
      <p:sp>
        <p:nvSpPr>
          <p:cNvPr id="492" name="Google Shape;492;p30"/>
          <p:cNvSpPr txBox="1"/>
          <p:nvPr>
            <p:ph idx="12" type="sldNum"/>
          </p:nvPr>
        </p:nvSpPr>
        <p:spPr>
          <a:xfrm>
            <a:off x="7092950" y="6248400"/>
            <a:ext cx="1905000" cy="4572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96" name="Shape 496"/>
        <p:cNvGrpSpPr/>
        <p:nvPr/>
      </p:nvGrpSpPr>
      <p:grpSpPr>
        <a:xfrm>
          <a:off x="0" y="0"/>
          <a:ext cx="0" cy="0"/>
          <a:chOff x="0" y="0"/>
          <a:chExt cx="0" cy="0"/>
        </a:xfrm>
      </p:grpSpPr>
      <p:sp>
        <p:nvSpPr>
          <p:cNvPr id="497" name="Google Shape;497;p31"/>
          <p:cNvSpPr txBox="1"/>
          <p:nvPr>
            <p:ph type="title"/>
          </p:nvPr>
        </p:nvSpPr>
        <p:spPr>
          <a:xfrm>
            <a:off x="611188" y="198438"/>
            <a:ext cx="7588250" cy="6858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Java's "Building Blocks"</a:t>
            </a:r>
            <a:endParaRPr/>
          </a:p>
        </p:txBody>
      </p:sp>
      <p:sp>
        <p:nvSpPr>
          <p:cNvPr id="498" name="Google Shape;498;p31"/>
          <p:cNvSpPr txBox="1"/>
          <p:nvPr>
            <p:ph idx="1" type="body"/>
          </p:nvPr>
        </p:nvSpPr>
        <p:spPr>
          <a:xfrm>
            <a:off x="323850" y="1484313"/>
            <a:ext cx="8459788" cy="4681537"/>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800"/>
              <a:buChar char="●"/>
            </a:pPr>
            <a:r>
              <a:rPr lang="en-US"/>
              <a:t>Data types </a:t>
            </a:r>
            <a:endParaRPr/>
          </a:p>
          <a:p>
            <a:pPr indent="-285750" lvl="1" marL="742950" rtl="0" algn="l">
              <a:spcBef>
                <a:spcPts val="400"/>
              </a:spcBef>
              <a:spcAft>
                <a:spcPts val="0"/>
              </a:spcAft>
              <a:buSzPts val="2000"/>
              <a:buFont typeface="Times New Roman"/>
              <a:buChar char="•"/>
            </a:pPr>
            <a:r>
              <a:rPr lang="en-US"/>
              <a:t>primitive constructs (e.g., integers, floating point numbers, characters)</a:t>
            </a:r>
            <a:endParaRPr/>
          </a:p>
          <a:p>
            <a:pPr indent="-342900" lvl="0" marL="342900" rtl="0" algn="l">
              <a:spcBef>
                <a:spcPts val="480"/>
              </a:spcBef>
              <a:spcAft>
                <a:spcPts val="0"/>
              </a:spcAft>
              <a:buSzPts val="1800"/>
              <a:buChar char="●"/>
            </a:pPr>
            <a:r>
              <a:rPr lang="en-US"/>
              <a:t>Class </a:t>
            </a:r>
            <a:endParaRPr/>
          </a:p>
          <a:p>
            <a:pPr indent="-285750" lvl="1" marL="742950" rtl="0" algn="l">
              <a:spcBef>
                <a:spcPts val="400"/>
              </a:spcBef>
              <a:spcAft>
                <a:spcPts val="0"/>
              </a:spcAft>
              <a:buSzPts val="2000"/>
              <a:buFont typeface="Times New Roman"/>
              <a:buChar char="•"/>
            </a:pPr>
            <a:r>
              <a:rPr lang="en-US"/>
              <a:t>A description of a set of objects</a:t>
            </a:r>
            <a:endParaRPr/>
          </a:p>
          <a:p>
            <a:pPr indent="-285750" lvl="1" marL="742950" rtl="0" algn="l">
              <a:spcBef>
                <a:spcPts val="400"/>
              </a:spcBef>
              <a:spcAft>
                <a:spcPts val="0"/>
              </a:spcAft>
              <a:buSzPts val="2000"/>
              <a:buFont typeface="Times New Roman"/>
              <a:buChar char="•"/>
            </a:pPr>
            <a:r>
              <a:rPr lang="en-US"/>
              <a:t>used to create objects</a:t>
            </a:r>
            <a:endParaRPr/>
          </a:p>
        </p:txBody>
      </p:sp>
      <p:sp>
        <p:nvSpPr>
          <p:cNvPr id="499" name="Google Shape;499;p31"/>
          <p:cNvSpPr txBox="1"/>
          <p:nvPr>
            <p:ph idx="12" type="sldNum"/>
          </p:nvPr>
        </p:nvSpPr>
        <p:spPr>
          <a:xfrm>
            <a:off x="7092950" y="6248400"/>
            <a:ext cx="1905000" cy="4572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503" name="Shape 503"/>
        <p:cNvGrpSpPr/>
        <p:nvPr/>
      </p:nvGrpSpPr>
      <p:grpSpPr>
        <a:xfrm>
          <a:off x="0" y="0"/>
          <a:ext cx="0" cy="0"/>
          <a:chOff x="0" y="0"/>
          <a:chExt cx="0" cy="0"/>
        </a:xfrm>
      </p:grpSpPr>
      <p:sp>
        <p:nvSpPr>
          <p:cNvPr id="504" name="Google Shape;504;p32"/>
          <p:cNvSpPr txBox="1"/>
          <p:nvPr>
            <p:ph type="title"/>
          </p:nvPr>
        </p:nvSpPr>
        <p:spPr>
          <a:xfrm>
            <a:off x="611188" y="198438"/>
            <a:ext cx="7588250" cy="6858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Primitive Data</a:t>
            </a:r>
            <a:endParaRPr/>
          </a:p>
        </p:txBody>
      </p:sp>
      <p:sp>
        <p:nvSpPr>
          <p:cNvPr id="505" name="Google Shape;505;p32"/>
          <p:cNvSpPr txBox="1"/>
          <p:nvPr>
            <p:ph idx="1" type="body"/>
          </p:nvPr>
        </p:nvSpPr>
        <p:spPr>
          <a:xfrm>
            <a:off x="609600" y="1266825"/>
            <a:ext cx="8305800" cy="4905375"/>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800"/>
              <a:buChar char="●"/>
            </a:pPr>
            <a:r>
              <a:rPr lang="en-US"/>
              <a:t>There are exactly eight primitive data types in Java</a:t>
            </a:r>
            <a:endParaRPr/>
          </a:p>
          <a:p>
            <a:pPr indent="-114300" lvl="4" marL="1771650" rtl="0" algn="l">
              <a:spcBef>
                <a:spcPts val="360"/>
              </a:spcBef>
              <a:spcAft>
                <a:spcPts val="0"/>
              </a:spcAft>
              <a:buSzPts val="1800"/>
              <a:buFont typeface="Times New Roman"/>
              <a:buNone/>
            </a:pPr>
            <a:r>
              <a:t/>
            </a:r>
            <a:endParaRPr sz="1800"/>
          </a:p>
          <a:p>
            <a:pPr indent="-342900" lvl="0" marL="342900" rtl="0" algn="l">
              <a:spcBef>
                <a:spcPts val="480"/>
              </a:spcBef>
              <a:spcAft>
                <a:spcPts val="0"/>
              </a:spcAft>
              <a:buSzPts val="1800"/>
              <a:buChar char="●"/>
            </a:pPr>
            <a:r>
              <a:rPr lang="en-US"/>
              <a:t>Four of them represent integers:</a:t>
            </a:r>
            <a:endParaRPr/>
          </a:p>
          <a:p>
            <a:pPr indent="-285750" lvl="1" marL="742950" rtl="0" algn="l">
              <a:spcBef>
                <a:spcPts val="400"/>
              </a:spcBef>
              <a:spcAft>
                <a:spcPts val="0"/>
              </a:spcAft>
              <a:buSzPts val="2000"/>
              <a:buFont typeface="Courier New"/>
              <a:buChar char="•"/>
            </a:pPr>
            <a:r>
              <a:rPr lang="en-US">
                <a:latin typeface="Courier New"/>
                <a:ea typeface="Courier New"/>
                <a:cs typeface="Courier New"/>
                <a:sym typeface="Courier New"/>
              </a:rPr>
              <a:t>byte</a:t>
            </a:r>
            <a:r>
              <a:rPr lang="en-US"/>
              <a:t>, </a:t>
            </a:r>
            <a:r>
              <a:rPr lang="en-US">
                <a:latin typeface="Courier New"/>
                <a:ea typeface="Courier New"/>
                <a:cs typeface="Courier New"/>
                <a:sym typeface="Courier New"/>
              </a:rPr>
              <a:t>short</a:t>
            </a:r>
            <a:r>
              <a:rPr lang="en-US"/>
              <a:t>, </a:t>
            </a:r>
            <a:r>
              <a:rPr lang="en-US">
                <a:latin typeface="Courier New"/>
                <a:ea typeface="Courier New"/>
                <a:cs typeface="Courier New"/>
                <a:sym typeface="Courier New"/>
              </a:rPr>
              <a:t>int</a:t>
            </a:r>
            <a:r>
              <a:rPr lang="en-US"/>
              <a:t>, </a:t>
            </a:r>
            <a:r>
              <a:rPr lang="en-US">
                <a:latin typeface="Courier New"/>
                <a:ea typeface="Courier New"/>
                <a:cs typeface="Courier New"/>
                <a:sym typeface="Courier New"/>
              </a:rPr>
              <a:t>long</a:t>
            </a:r>
            <a:endParaRPr/>
          </a:p>
          <a:p>
            <a:pPr indent="-114300" lvl="4" marL="1771650" rtl="0" algn="l">
              <a:spcBef>
                <a:spcPts val="360"/>
              </a:spcBef>
              <a:spcAft>
                <a:spcPts val="0"/>
              </a:spcAft>
              <a:buSzPts val="1800"/>
              <a:buFont typeface="Times New Roman"/>
              <a:buNone/>
            </a:pPr>
            <a:r>
              <a:t/>
            </a:r>
            <a:endParaRPr sz="1800"/>
          </a:p>
          <a:p>
            <a:pPr indent="-342900" lvl="0" marL="342900" rtl="0" algn="l">
              <a:spcBef>
                <a:spcPts val="480"/>
              </a:spcBef>
              <a:spcAft>
                <a:spcPts val="0"/>
              </a:spcAft>
              <a:buSzPts val="1800"/>
              <a:buChar char="●"/>
            </a:pPr>
            <a:r>
              <a:rPr lang="en-US"/>
              <a:t>Two of them represent floating point numbers:</a:t>
            </a:r>
            <a:endParaRPr/>
          </a:p>
          <a:p>
            <a:pPr indent="-285750" lvl="1" marL="742950" rtl="0" algn="l">
              <a:spcBef>
                <a:spcPts val="400"/>
              </a:spcBef>
              <a:spcAft>
                <a:spcPts val="0"/>
              </a:spcAft>
              <a:buSzPts val="2000"/>
              <a:buFont typeface="Courier New"/>
              <a:buChar char="•"/>
            </a:pPr>
            <a:r>
              <a:rPr lang="en-US">
                <a:latin typeface="Courier New"/>
                <a:ea typeface="Courier New"/>
                <a:cs typeface="Courier New"/>
                <a:sym typeface="Courier New"/>
              </a:rPr>
              <a:t>float</a:t>
            </a:r>
            <a:r>
              <a:rPr lang="en-US"/>
              <a:t>, </a:t>
            </a:r>
            <a:r>
              <a:rPr lang="en-US">
                <a:latin typeface="Courier New"/>
                <a:ea typeface="Courier New"/>
                <a:cs typeface="Courier New"/>
                <a:sym typeface="Courier New"/>
              </a:rPr>
              <a:t>double</a:t>
            </a:r>
            <a:endParaRPr/>
          </a:p>
          <a:p>
            <a:pPr indent="-114300" lvl="4" marL="1771650" rtl="0" algn="l">
              <a:spcBef>
                <a:spcPts val="360"/>
              </a:spcBef>
              <a:spcAft>
                <a:spcPts val="0"/>
              </a:spcAft>
              <a:buSzPts val="1800"/>
              <a:buFont typeface="Times New Roman"/>
              <a:buNone/>
            </a:pPr>
            <a:r>
              <a:t/>
            </a:r>
            <a:endParaRPr sz="1800"/>
          </a:p>
          <a:p>
            <a:pPr indent="-342900" lvl="0" marL="342900" rtl="0" algn="l">
              <a:spcBef>
                <a:spcPts val="480"/>
              </a:spcBef>
              <a:spcAft>
                <a:spcPts val="0"/>
              </a:spcAft>
              <a:buSzPts val="1800"/>
              <a:buChar char="●"/>
            </a:pPr>
            <a:r>
              <a:rPr lang="en-US"/>
              <a:t>One of them represents characters:</a:t>
            </a:r>
            <a:endParaRPr/>
          </a:p>
          <a:p>
            <a:pPr indent="-285750" lvl="1" marL="742950" rtl="0" algn="l">
              <a:spcBef>
                <a:spcPts val="400"/>
              </a:spcBef>
              <a:spcAft>
                <a:spcPts val="0"/>
              </a:spcAft>
              <a:buSzPts val="2000"/>
              <a:buFont typeface="Courier New"/>
              <a:buChar char="•"/>
            </a:pPr>
            <a:r>
              <a:rPr lang="en-US">
                <a:latin typeface="Courier New"/>
                <a:ea typeface="Courier New"/>
                <a:cs typeface="Courier New"/>
                <a:sym typeface="Courier New"/>
              </a:rPr>
              <a:t>char</a:t>
            </a:r>
            <a:endParaRPr/>
          </a:p>
          <a:p>
            <a:pPr indent="-114300" lvl="4" marL="1771650" rtl="0" algn="l">
              <a:spcBef>
                <a:spcPts val="360"/>
              </a:spcBef>
              <a:spcAft>
                <a:spcPts val="0"/>
              </a:spcAft>
              <a:buSzPts val="1800"/>
              <a:buFont typeface="Times New Roman"/>
              <a:buNone/>
            </a:pPr>
            <a:r>
              <a:t/>
            </a:r>
            <a:endParaRPr sz="1800"/>
          </a:p>
          <a:p>
            <a:pPr indent="-342900" lvl="0" marL="342900" rtl="0" algn="l">
              <a:spcBef>
                <a:spcPts val="480"/>
              </a:spcBef>
              <a:spcAft>
                <a:spcPts val="0"/>
              </a:spcAft>
              <a:buSzPts val="1800"/>
              <a:buChar char="●"/>
            </a:pPr>
            <a:r>
              <a:rPr lang="en-US"/>
              <a:t>And one of them represents boolean values:</a:t>
            </a:r>
            <a:endParaRPr/>
          </a:p>
          <a:p>
            <a:pPr indent="-285750" lvl="1" marL="742950" rtl="0" algn="l">
              <a:spcBef>
                <a:spcPts val="400"/>
              </a:spcBef>
              <a:spcAft>
                <a:spcPts val="0"/>
              </a:spcAft>
              <a:buSzPts val="2000"/>
              <a:buFont typeface="Courier New"/>
              <a:buChar char="•"/>
            </a:pPr>
            <a:r>
              <a:rPr lang="en-US">
                <a:latin typeface="Courier New"/>
                <a:ea typeface="Courier New"/>
                <a:cs typeface="Courier New"/>
                <a:sym typeface="Courier New"/>
              </a:rPr>
              <a:t>boolean</a:t>
            </a:r>
            <a:endParaRPr/>
          </a:p>
          <a:p>
            <a:pPr indent="-228600" lvl="0" marL="342900" rtl="0" algn="l">
              <a:spcBef>
                <a:spcPts val="480"/>
              </a:spcBef>
              <a:spcAft>
                <a:spcPts val="0"/>
              </a:spcAft>
              <a:buSzPts val="1800"/>
              <a:buNone/>
            </a:pPr>
            <a:r>
              <a:t/>
            </a:r>
            <a:endParaRPr/>
          </a:p>
        </p:txBody>
      </p:sp>
      <p:sp>
        <p:nvSpPr>
          <p:cNvPr id="506" name="Google Shape;506;p32"/>
          <p:cNvSpPr txBox="1"/>
          <p:nvPr>
            <p:ph idx="12" type="sldNum"/>
          </p:nvPr>
        </p:nvSpPr>
        <p:spPr>
          <a:xfrm>
            <a:off x="7092950" y="6248400"/>
            <a:ext cx="1905000" cy="4572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510" name="Shape 510"/>
        <p:cNvGrpSpPr/>
        <p:nvPr/>
      </p:nvGrpSpPr>
      <p:grpSpPr>
        <a:xfrm>
          <a:off x="0" y="0"/>
          <a:ext cx="0" cy="0"/>
          <a:chOff x="0" y="0"/>
          <a:chExt cx="0" cy="0"/>
        </a:xfrm>
      </p:grpSpPr>
      <p:sp>
        <p:nvSpPr>
          <p:cNvPr id="511" name="Google Shape;511;p33"/>
          <p:cNvSpPr txBox="1"/>
          <p:nvPr>
            <p:ph type="title"/>
          </p:nvPr>
        </p:nvSpPr>
        <p:spPr>
          <a:xfrm>
            <a:off x="611188" y="198438"/>
            <a:ext cx="7588250" cy="6858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Declaring object variables</a:t>
            </a:r>
            <a:endParaRPr/>
          </a:p>
        </p:txBody>
      </p:sp>
      <p:sp>
        <p:nvSpPr>
          <p:cNvPr id="512" name="Google Shape;512;p33"/>
          <p:cNvSpPr txBox="1"/>
          <p:nvPr>
            <p:ph idx="1" type="body"/>
          </p:nvPr>
        </p:nvSpPr>
        <p:spPr>
          <a:xfrm>
            <a:off x="609600" y="1266825"/>
            <a:ext cx="8305800" cy="4905375"/>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800"/>
              <a:buChar char="●"/>
            </a:pPr>
            <a:r>
              <a:rPr lang="en-US"/>
              <a:t>A class name can be used as a type to declare an </a:t>
            </a:r>
            <a:r>
              <a:rPr i="1" lang="en-US"/>
              <a:t>object reference variable</a:t>
            </a:r>
            <a:endParaRPr/>
          </a:p>
          <a:p>
            <a:pPr indent="-114300" lvl="4" marL="2057400" rtl="0" algn="l">
              <a:spcBef>
                <a:spcPts val="360"/>
              </a:spcBef>
              <a:spcAft>
                <a:spcPts val="0"/>
              </a:spcAft>
              <a:buSzPts val="1800"/>
              <a:buFont typeface="Times New Roman"/>
              <a:buNone/>
            </a:pPr>
            <a:r>
              <a:t/>
            </a:r>
            <a:endParaRPr sz="1800"/>
          </a:p>
          <a:p>
            <a:pPr indent="-342900" lvl="0" marL="342900" rtl="0" algn="ctr">
              <a:spcBef>
                <a:spcPts val="400"/>
              </a:spcBef>
              <a:spcAft>
                <a:spcPts val="0"/>
              </a:spcAft>
              <a:buSzPts val="1500"/>
              <a:buFont typeface="Arial"/>
              <a:buNone/>
            </a:pPr>
            <a:r>
              <a:rPr lang="en-US" sz="2000">
                <a:solidFill>
                  <a:schemeClr val="lt1"/>
                </a:solidFill>
                <a:latin typeface="Courier New"/>
                <a:ea typeface="Courier New"/>
                <a:cs typeface="Courier New"/>
                <a:sym typeface="Courier New"/>
              </a:rPr>
              <a:t>Person </a:t>
            </a:r>
            <a:r>
              <a:rPr lang="en-US" sz="2000">
                <a:solidFill>
                  <a:schemeClr val="lt1"/>
                </a:solidFill>
                <a:latin typeface="Courier New"/>
                <a:ea typeface="Courier New"/>
                <a:cs typeface="Courier New"/>
                <a:sym typeface="Courier New"/>
              </a:rPr>
              <a:t>Ishrak</a:t>
            </a:r>
            <a:r>
              <a:rPr lang="en-US" sz="2000">
                <a:solidFill>
                  <a:schemeClr val="lt1"/>
                </a:solidFill>
                <a:latin typeface="Courier New"/>
                <a:ea typeface="Courier New"/>
                <a:cs typeface="Courier New"/>
                <a:sym typeface="Courier New"/>
              </a:rPr>
              <a:t>;</a:t>
            </a:r>
            <a:endParaRPr/>
          </a:p>
          <a:p>
            <a:pPr indent="-114300" lvl="4" marL="2057400" rtl="0" algn="l">
              <a:spcBef>
                <a:spcPts val="360"/>
              </a:spcBef>
              <a:spcAft>
                <a:spcPts val="0"/>
              </a:spcAft>
              <a:buSzPts val="1800"/>
              <a:buFont typeface="Times New Roman"/>
              <a:buNone/>
            </a:pPr>
            <a:r>
              <a:t/>
            </a:r>
            <a:endParaRPr sz="1800"/>
          </a:p>
          <a:p>
            <a:pPr indent="-342900" lvl="0" marL="342900" rtl="0" algn="l">
              <a:spcBef>
                <a:spcPts val="480"/>
              </a:spcBef>
              <a:spcAft>
                <a:spcPts val="0"/>
              </a:spcAft>
              <a:buSzPts val="1800"/>
              <a:buChar char="●"/>
            </a:pPr>
            <a:r>
              <a:rPr lang="en-US"/>
              <a:t>An object reference variable holds the address of an object</a:t>
            </a:r>
            <a:endParaRPr/>
          </a:p>
        </p:txBody>
      </p:sp>
      <p:sp>
        <p:nvSpPr>
          <p:cNvPr id="513" name="Google Shape;513;p33"/>
          <p:cNvSpPr txBox="1"/>
          <p:nvPr>
            <p:ph idx="12" type="sldNum"/>
          </p:nvPr>
        </p:nvSpPr>
        <p:spPr>
          <a:xfrm>
            <a:off x="7092950" y="6248400"/>
            <a:ext cx="1905000" cy="4572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517" name="Shape 517"/>
        <p:cNvGrpSpPr/>
        <p:nvPr/>
      </p:nvGrpSpPr>
      <p:grpSpPr>
        <a:xfrm>
          <a:off x="0" y="0"/>
          <a:ext cx="0" cy="0"/>
          <a:chOff x="0" y="0"/>
          <a:chExt cx="0" cy="0"/>
        </a:xfrm>
      </p:grpSpPr>
      <p:sp>
        <p:nvSpPr>
          <p:cNvPr id="518" name="Google Shape;518;p34"/>
          <p:cNvSpPr txBox="1"/>
          <p:nvPr>
            <p:ph type="title"/>
          </p:nvPr>
        </p:nvSpPr>
        <p:spPr>
          <a:xfrm>
            <a:off x="611188" y="198438"/>
            <a:ext cx="7588250" cy="6858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Declaring Objects</a:t>
            </a:r>
            <a:endParaRPr/>
          </a:p>
        </p:txBody>
      </p:sp>
      <p:grpSp>
        <p:nvGrpSpPr>
          <p:cNvPr id="519" name="Google Shape;519;p34"/>
          <p:cNvGrpSpPr/>
          <p:nvPr/>
        </p:nvGrpSpPr>
        <p:grpSpPr>
          <a:xfrm>
            <a:off x="4356100" y="1916113"/>
            <a:ext cx="1801813" cy="2016125"/>
            <a:chOff x="1701" y="1162"/>
            <a:chExt cx="1996" cy="2267"/>
          </a:xfrm>
        </p:grpSpPr>
        <p:sp>
          <p:nvSpPr>
            <p:cNvPr id="520" name="Google Shape;520;p34"/>
            <p:cNvSpPr/>
            <p:nvPr/>
          </p:nvSpPr>
          <p:spPr>
            <a:xfrm>
              <a:off x="1701" y="1162"/>
              <a:ext cx="1996" cy="408"/>
            </a:xfrm>
            <a:prstGeom prst="rect">
              <a:avLst/>
            </a:prstGeom>
            <a:solidFill>
              <a:schemeClr val="accent1"/>
            </a:solidFill>
            <a:ln cap="flat" cmpd="sng" w="12700">
              <a:solidFill>
                <a:srgbClr val="FF33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Times New Roman"/>
                  <a:ea typeface="Times New Roman"/>
                  <a:cs typeface="Times New Roman"/>
                  <a:sym typeface="Times New Roman"/>
                </a:rPr>
                <a:t>Person</a:t>
              </a:r>
              <a:endParaRPr/>
            </a:p>
          </p:txBody>
        </p:sp>
        <p:sp>
          <p:nvSpPr>
            <p:cNvPr id="521" name="Google Shape;521;p34"/>
            <p:cNvSpPr/>
            <p:nvPr/>
          </p:nvSpPr>
          <p:spPr>
            <a:xfrm>
              <a:off x="1701" y="1570"/>
              <a:ext cx="1996" cy="817"/>
            </a:xfrm>
            <a:prstGeom prst="rect">
              <a:avLst/>
            </a:prstGeom>
            <a:solidFill>
              <a:schemeClr val="accent1"/>
            </a:solidFill>
            <a:ln cap="flat" cmpd="sng" w="12700">
              <a:solidFill>
                <a:srgbClr val="FF33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400">
                  <a:solidFill>
                    <a:srgbClr val="000066"/>
                  </a:solidFill>
                  <a:latin typeface="Times New Roman"/>
                  <a:ea typeface="Times New Roman"/>
                  <a:cs typeface="Times New Roman"/>
                  <a:sym typeface="Times New Roman"/>
                </a:rPr>
                <a:t>String name</a:t>
              </a:r>
              <a:endParaRPr/>
            </a:p>
            <a:p>
              <a:pPr indent="0" lvl="0" marL="0" marR="0" rtl="0" algn="ctr">
                <a:spcBef>
                  <a:spcPts val="0"/>
                </a:spcBef>
                <a:spcAft>
                  <a:spcPts val="0"/>
                </a:spcAft>
                <a:buNone/>
              </a:pPr>
              <a:r>
                <a:rPr lang="en-US" sz="1400">
                  <a:solidFill>
                    <a:srgbClr val="000066"/>
                  </a:solidFill>
                  <a:latin typeface="Times New Roman"/>
                  <a:ea typeface="Times New Roman"/>
                  <a:cs typeface="Times New Roman"/>
                  <a:sym typeface="Times New Roman"/>
                </a:rPr>
                <a:t>String birthDate</a:t>
              </a:r>
              <a:endParaRPr/>
            </a:p>
            <a:p>
              <a:pPr indent="0" lvl="0" marL="0" marR="0" rtl="0" algn="ctr">
                <a:spcBef>
                  <a:spcPts val="0"/>
                </a:spcBef>
                <a:spcAft>
                  <a:spcPts val="0"/>
                </a:spcAft>
                <a:buNone/>
              </a:pPr>
              <a:r>
                <a:rPr lang="en-US" sz="1400">
                  <a:solidFill>
                    <a:srgbClr val="000066"/>
                  </a:solidFill>
                  <a:latin typeface="Times New Roman"/>
                  <a:ea typeface="Times New Roman"/>
                  <a:cs typeface="Times New Roman"/>
                  <a:sym typeface="Times New Roman"/>
                </a:rPr>
                <a:t>int age</a:t>
              </a:r>
              <a:endParaRPr/>
            </a:p>
          </p:txBody>
        </p:sp>
        <p:sp>
          <p:nvSpPr>
            <p:cNvPr id="522" name="Google Shape;522;p34"/>
            <p:cNvSpPr/>
            <p:nvPr/>
          </p:nvSpPr>
          <p:spPr>
            <a:xfrm>
              <a:off x="1701" y="2387"/>
              <a:ext cx="1996" cy="1042"/>
            </a:xfrm>
            <a:prstGeom prst="rect">
              <a:avLst/>
            </a:prstGeom>
            <a:solidFill>
              <a:schemeClr val="accent1"/>
            </a:solidFill>
            <a:ln cap="flat" cmpd="sng" w="12700">
              <a:solidFill>
                <a:srgbClr val="FF33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400">
                  <a:solidFill>
                    <a:srgbClr val="000066"/>
                  </a:solidFill>
                  <a:latin typeface="Times New Roman"/>
                  <a:ea typeface="Times New Roman"/>
                  <a:cs typeface="Times New Roman"/>
                  <a:sym typeface="Times New Roman"/>
                </a:rPr>
                <a:t>getName()</a:t>
              </a:r>
              <a:endParaRPr/>
            </a:p>
            <a:p>
              <a:pPr indent="0" lvl="0" marL="0" marR="0" rtl="0" algn="ctr">
                <a:spcBef>
                  <a:spcPts val="0"/>
                </a:spcBef>
                <a:spcAft>
                  <a:spcPts val="0"/>
                </a:spcAft>
                <a:buNone/>
              </a:pPr>
              <a:r>
                <a:rPr lang="en-US" sz="1400">
                  <a:solidFill>
                    <a:srgbClr val="000066"/>
                  </a:solidFill>
                  <a:latin typeface="Times New Roman"/>
                  <a:ea typeface="Times New Roman"/>
                  <a:cs typeface="Times New Roman"/>
                  <a:sym typeface="Times New Roman"/>
                </a:rPr>
                <a:t>getAge</a:t>
              </a:r>
              <a:endParaRPr/>
            </a:p>
            <a:p>
              <a:pPr indent="0" lvl="0" marL="0" marR="0" rtl="0" algn="ctr">
                <a:spcBef>
                  <a:spcPts val="0"/>
                </a:spcBef>
                <a:spcAft>
                  <a:spcPts val="0"/>
                </a:spcAft>
                <a:buNone/>
              </a:pPr>
              <a:r>
                <a:rPr lang="en-US" sz="1400">
                  <a:solidFill>
                    <a:srgbClr val="000066"/>
                  </a:solidFill>
                  <a:latin typeface="Times New Roman"/>
                  <a:ea typeface="Times New Roman"/>
                  <a:cs typeface="Times New Roman"/>
                  <a:sym typeface="Times New Roman"/>
                </a:rPr>
                <a:t>….</a:t>
              </a:r>
              <a:endParaRPr/>
            </a:p>
          </p:txBody>
        </p:sp>
      </p:grpSp>
      <p:sp>
        <p:nvSpPr>
          <p:cNvPr id="523" name="Google Shape;523;p34"/>
          <p:cNvSpPr txBox="1"/>
          <p:nvPr/>
        </p:nvSpPr>
        <p:spPr>
          <a:xfrm>
            <a:off x="4930775" y="1412875"/>
            <a:ext cx="733425" cy="396875"/>
          </a:xfrm>
          <a:prstGeom prst="rect">
            <a:avLst/>
          </a:prstGeom>
          <a:solidFill>
            <a:schemeClr val="hlink"/>
          </a:solidFill>
          <a:ln>
            <a:noFill/>
          </a:ln>
        </p:spPr>
        <p:txBody>
          <a:bodyPr anchorCtr="1" anchor="t" bIns="45700" lIns="91425" spcFirstLastPara="1" rIns="91425" wrap="square" tIns="45700">
            <a:spAutoFit/>
          </a:bodyPr>
          <a:lstStyle/>
          <a:p>
            <a:pPr indent="0" lvl="0" marL="0" marR="0" rtl="0" algn="ctr">
              <a:spcBef>
                <a:spcPts val="0"/>
              </a:spcBef>
              <a:spcAft>
                <a:spcPts val="0"/>
              </a:spcAft>
              <a:buNone/>
            </a:pPr>
            <a:r>
              <a:rPr lang="en-US" sz="2000">
                <a:solidFill>
                  <a:srgbClr val="FF3300"/>
                </a:solidFill>
                <a:latin typeface="Times New Roman"/>
                <a:ea typeface="Times New Roman"/>
                <a:cs typeface="Times New Roman"/>
                <a:sym typeface="Times New Roman"/>
              </a:rPr>
              <a:t>Class</a:t>
            </a:r>
            <a:endParaRPr/>
          </a:p>
        </p:txBody>
      </p:sp>
      <p:sp>
        <p:nvSpPr>
          <p:cNvPr id="524" name="Google Shape;524;p34"/>
          <p:cNvSpPr/>
          <p:nvPr/>
        </p:nvSpPr>
        <p:spPr>
          <a:xfrm>
            <a:off x="1245970" y="1628775"/>
            <a:ext cx="3110100" cy="461700"/>
          </a:xfrm>
          <a:prstGeom prst="rect">
            <a:avLst/>
          </a:prstGeom>
          <a:noFill/>
          <a:ln>
            <a:noFill/>
          </a:ln>
        </p:spPr>
        <p:txBody>
          <a:bodyPr anchorCtr="1" anchor="t" bIns="45700" lIns="91425" spcFirstLastPara="1" rIns="91425" wrap="square" tIns="45700">
            <a:spAutoFit/>
          </a:bodyPr>
          <a:lstStyle/>
          <a:p>
            <a:pPr indent="0" lvl="0" marL="0" marR="0" rtl="0" algn="ctr">
              <a:spcBef>
                <a:spcPts val="0"/>
              </a:spcBef>
              <a:spcAft>
                <a:spcPts val="0"/>
              </a:spcAft>
              <a:buNone/>
            </a:pPr>
            <a:r>
              <a:rPr b="1" lang="en-US" sz="2400">
                <a:solidFill>
                  <a:schemeClr val="lt1"/>
                </a:solidFill>
                <a:latin typeface="Times New Roman"/>
                <a:ea typeface="Times New Roman"/>
                <a:cs typeface="Times New Roman"/>
                <a:sym typeface="Times New Roman"/>
              </a:rPr>
              <a:t>Person </a:t>
            </a:r>
            <a:r>
              <a:rPr b="1" lang="en-US" sz="2400">
                <a:solidFill>
                  <a:schemeClr val="lt1"/>
                </a:solidFill>
                <a:latin typeface="Times New Roman"/>
                <a:ea typeface="Times New Roman"/>
                <a:cs typeface="Times New Roman"/>
                <a:sym typeface="Times New Roman"/>
              </a:rPr>
              <a:t>Ishrak</a:t>
            </a:r>
            <a:r>
              <a:rPr b="1" lang="en-US" sz="2400">
                <a:solidFill>
                  <a:schemeClr val="lt1"/>
                </a:solidFill>
                <a:latin typeface="Times New Roman"/>
                <a:ea typeface="Times New Roman"/>
                <a:cs typeface="Times New Roman"/>
                <a:sym typeface="Times New Roman"/>
              </a:rPr>
              <a:t>;</a:t>
            </a:r>
            <a:endParaRPr b="1" sz="2400">
              <a:solidFill>
                <a:schemeClr val="lt1"/>
              </a:solidFill>
              <a:latin typeface="Times New Roman"/>
              <a:ea typeface="Times New Roman"/>
              <a:cs typeface="Times New Roman"/>
              <a:sym typeface="Times New Roman"/>
            </a:endParaRPr>
          </a:p>
        </p:txBody>
      </p:sp>
      <p:grpSp>
        <p:nvGrpSpPr>
          <p:cNvPr id="525" name="Google Shape;525;p34"/>
          <p:cNvGrpSpPr/>
          <p:nvPr/>
        </p:nvGrpSpPr>
        <p:grpSpPr>
          <a:xfrm>
            <a:off x="2916244" y="2776550"/>
            <a:ext cx="2711462" cy="2857501"/>
            <a:chOff x="1837" y="1749"/>
            <a:chExt cx="1708" cy="1800"/>
          </a:xfrm>
        </p:grpSpPr>
        <p:sp>
          <p:nvSpPr>
            <p:cNvPr id="526" name="Google Shape;526;p34"/>
            <p:cNvSpPr txBox="1"/>
            <p:nvPr/>
          </p:nvSpPr>
          <p:spPr>
            <a:xfrm>
              <a:off x="2345" y="3249"/>
              <a:ext cx="1200" cy="300"/>
            </a:xfrm>
            <a:prstGeom prst="rect">
              <a:avLst/>
            </a:prstGeom>
            <a:noFill/>
            <a:ln>
              <a:noFill/>
            </a:ln>
          </p:spPr>
          <p:txBody>
            <a:bodyPr anchorCtr="1" anchor="t" bIns="45700" lIns="91425" spcFirstLastPara="1" rIns="91425" wrap="square" tIns="45700">
              <a:spAutoFit/>
            </a:bodyPr>
            <a:lstStyle/>
            <a:p>
              <a:pPr indent="0" lvl="0" marL="0" marR="0" rtl="0" algn="ctr">
                <a:spcBef>
                  <a:spcPts val="0"/>
                </a:spcBef>
                <a:spcAft>
                  <a:spcPts val="0"/>
                </a:spcAft>
                <a:buNone/>
              </a:pPr>
              <a:r>
                <a:rPr lang="en-US" sz="2400">
                  <a:solidFill>
                    <a:schemeClr val="lt1"/>
                  </a:solidFill>
                  <a:latin typeface="Times New Roman"/>
                  <a:ea typeface="Times New Roman"/>
                  <a:cs typeface="Times New Roman"/>
                  <a:sym typeface="Times New Roman"/>
                </a:rPr>
                <a:t>Ishrak</a:t>
              </a:r>
              <a:endParaRPr sz="2400">
                <a:solidFill>
                  <a:schemeClr val="lt1"/>
                </a:solidFill>
                <a:latin typeface="Times New Roman"/>
                <a:ea typeface="Times New Roman"/>
                <a:cs typeface="Times New Roman"/>
                <a:sym typeface="Times New Roman"/>
              </a:endParaRPr>
            </a:p>
          </p:txBody>
        </p:sp>
        <p:cxnSp>
          <p:nvCxnSpPr>
            <p:cNvPr id="527" name="Google Shape;527;p34"/>
            <p:cNvCxnSpPr>
              <a:stCxn id="526" idx="0"/>
              <a:endCxn id="521" idx="1"/>
            </p:cNvCxnSpPr>
            <p:nvPr/>
          </p:nvCxnSpPr>
          <p:spPr>
            <a:xfrm flipH="1" rot="5400000">
              <a:off x="2045" y="2349"/>
              <a:ext cx="1500" cy="300"/>
            </a:xfrm>
            <a:prstGeom prst="bentConnector4">
              <a:avLst>
                <a:gd fmla="val 45192" name="adj1"/>
                <a:gd fmla="val 117003" name="adj2"/>
              </a:avLst>
            </a:prstGeom>
            <a:noFill/>
            <a:ln cap="flat" cmpd="sng" w="38100">
              <a:solidFill>
                <a:srgbClr val="FF0000"/>
              </a:solidFill>
              <a:prstDash val="solid"/>
              <a:miter lim="800000"/>
              <a:headEnd len="sm" w="sm" type="none"/>
              <a:tailEnd len="lg" w="lg" type="triangle"/>
            </a:ln>
          </p:spPr>
        </p:cxnSp>
        <p:sp>
          <p:nvSpPr>
            <p:cNvPr id="528" name="Google Shape;528;p34"/>
            <p:cNvSpPr txBox="1"/>
            <p:nvPr/>
          </p:nvSpPr>
          <p:spPr>
            <a:xfrm>
              <a:off x="1837" y="2387"/>
              <a:ext cx="516" cy="173"/>
            </a:xfrm>
            <a:prstGeom prst="rect">
              <a:avLst/>
            </a:prstGeom>
            <a:noFill/>
            <a:ln>
              <a:noFill/>
            </a:ln>
          </p:spPr>
          <p:txBody>
            <a:bodyPr anchorCtr="1" anchor="t" bIns="45700" lIns="91425" spcFirstLastPara="1" rIns="91425" wrap="square" tIns="45700">
              <a:spAutoFit/>
            </a:bodyPr>
            <a:lstStyle/>
            <a:p>
              <a:pPr indent="0" lvl="0" marL="0" marR="0" rtl="0" algn="ctr">
                <a:spcBef>
                  <a:spcPts val="0"/>
                </a:spcBef>
                <a:spcAft>
                  <a:spcPts val="0"/>
                </a:spcAft>
                <a:buNone/>
              </a:pPr>
              <a:r>
                <a:rPr lang="en-US" sz="1200">
                  <a:solidFill>
                    <a:schemeClr val="lt1"/>
                  </a:solidFill>
                  <a:latin typeface="Times New Roman"/>
                  <a:ea typeface="Times New Roman"/>
                  <a:cs typeface="Times New Roman"/>
                  <a:sym typeface="Times New Roman"/>
                </a:rPr>
                <a:t>is of Class</a:t>
              </a:r>
              <a:endParaRPr/>
            </a:p>
          </p:txBody>
        </p:sp>
      </p:grpSp>
      <p:sp>
        <p:nvSpPr>
          <p:cNvPr id="529" name="Google Shape;529;p34"/>
          <p:cNvSpPr txBox="1"/>
          <p:nvPr>
            <p:ph idx="12" type="sldNum"/>
          </p:nvPr>
        </p:nvSpPr>
        <p:spPr>
          <a:xfrm>
            <a:off x="7092950" y="6248400"/>
            <a:ext cx="1905000" cy="4572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5"/>
                                        </p:tgtEl>
                                        <p:attrNameLst>
                                          <p:attrName>style.visibility</p:attrName>
                                        </p:attrNameLst>
                                      </p:cBhvr>
                                      <p:to>
                                        <p:strVal val="visible"/>
                                      </p:to>
                                    </p:set>
                                    <p:animEffect filter="fade" transition="in">
                                      <p:cBhvr>
                                        <p:cTn dur="500"/>
                                        <p:tgtEl>
                                          <p:spTgt spid="52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533" name="Shape 533"/>
        <p:cNvGrpSpPr/>
        <p:nvPr/>
      </p:nvGrpSpPr>
      <p:grpSpPr>
        <a:xfrm>
          <a:off x="0" y="0"/>
          <a:ext cx="0" cy="0"/>
          <a:chOff x="0" y="0"/>
          <a:chExt cx="0" cy="0"/>
        </a:xfrm>
      </p:grpSpPr>
      <p:sp>
        <p:nvSpPr>
          <p:cNvPr id="534" name="Google Shape;534;p35"/>
          <p:cNvSpPr txBox="1"/>
          <p:nvPr>
            <p:ph type="title"/>
          </p:nvPr>
        </p:nvSpPr>
        <p:spPr>
          <a:xfrm>
            <a:off x="611188" y="198438"/>
            <a:ext cx="7588250" cy="6858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Creating Objects</a:t>
            </a:r>
            <a:endParaRPr/>
          </a:p>
        </p:txBody>
      </p:sp>
      <p:sp>
        <p:nvSpPr>
          <p:cNvPr id="535" name="Google Shape;535;p35"/>
          <p:cNvSpPr txBox="1"/>
          <p:nvPr>
            <p:ph idx="1" type="body"/>
          </p:nvPr>
        </p:nvSpPr>
        <p:spPr>
          <a:xfrm>
            <a:off x="609600" y="1295400"/>
            <a:ext cx="4826000" cy="638175"/>
          </a:xfrm>
          <a:prstGeom prst="rect">
            <a:avLst/>
          </a:prstGeom>
          <a:noFill/>
          <a:ln>
            <a:noFill/>
          </a:ln>
        </p:spPr>
        <p:txBody>
          <a:bodyPr anchorCtr="0" anchor="t" bIns="45700" lIns="91425" spcFirstLastPara="1" rIns="91425" wrap="square" tIns="45700">
            <a:noAutofit/>
          </a:bodyPr>
          <a:lstStyle/>
          <a:p>
            <a:pPr indent="-342900" lvl="0" marL="342900" rtl="0" algn="l">
              <a:lnSpc>
                <a:spcPct val="80000"/>
              </a:lnSpc>
              <a:spcBef>
                <a:spcPts val="0"/>
              </a:spcBef>
              <a:spcAft>
                <a:spcPts val="0"/>
              </a:spcAft>
              <a:buSzPts val="1500"/>
              <a:buChar char="●"/>
            </a:pPr>
            <a:r>
              <a:rPr lang="en-US" sz="2000"/>
              <a:t>We use the </a:t>
            </a:r>
            <a:r>
              <a:rPr lang="en-US" sz="2000">
                <a:latin typeface="Courier New"/>
                <a:ea typeface="Courier New"/>
                <a:cs typeface="Courier New"/>
                <a:sym typeface="Courier New"/>
              </a:rPr>
              <a:t>new</a:t>
            </a:r>
            <a:r>
              <a:rPr lang="en-US" sz="2000"/>
              <a:t> operator to create an object</a:t>
            </a:r>
            <a:endParaRPr/>
          </a:p>
        </p:txBody>
      </p:sp>
      <p:sp>
        <p:nvSpPr>
          <p:cNvPr id="536" name="Google Shape;536;p35"/>
          <p:cNvSpPr txBox="1"/>
          <p:nvPr/>
        </p:nvSpPr>
        <p:spPr>
          <a:xfrm>
            <a:off x="2292901" y="1989150"/>
            <a:ext cx="3792000" cy="400200"/>
          </a:xfrm>
          <a:prstGeom prst="rect">
            <a:avLst/>
          </a:prstGeom>
          <a:noFill/>
          <a:ln>
            <a:noFill/>
          </a:ln>
        </p:spPr>
        <p:txBody>
          <a:bodyPr anchorCtr="1" anchor="t" bIns="45700" lIns="91425" spcFirstLastPara="1" rIns="91425" wrap="square" tIns="45700">
            <a:spAutoFit/>
          </a:bodyPr>
          <a:lstStyle/>
          <a:p>
            <a:pPr indent="0" lvl="0" marL="0" marR="0" rtl="0" algn="ctr">
              <a:spcBef>
                <a:spcPts val="0"/>
              </a:spcBef>
              <a:spcAft>
                <a:spcPts val="0"/>
              </a:spcAft>
              <a:buNone/>
            </a:pPr>
            <a:r>
              <a:rPr b="1" lang="en-US" sz="2000">
                <a:solidFill>
                  <a:schemeClr val="lt1"/>
                </a:solidFill>
                <a:latin typeface="Courier New"/>
                <a:ea typeface="Courier New"/>
                <a:cs typeface="Courier New"/>
                <a:sym typeface="Courier New"/>
              </a:rPr>
              <a:t>Ishrak</a:t>
            </a:r>
            <a:r>
              <a:rPr b="1" lang="en-US" sz="2000">
                <a:solidFill>
                  <a:schemeClr val="lt1"/>
                </a:solidFill>
                <a:latin typeface="Courier New"/>
                <a:ea typeface="Courier New"/>
                <a:cs typeface="Courier New"/>
                <a:sym typeface="Courier New"/>
              </a:rPr>
              <a:t> = new Person();</a:t>
            </a:r>
            <a:endParaRPr sz="2000">
              <a:solidFill>
                <a:schemeClr val="lt1"/>
              </a:solidFill>
              <a:latin typeface="Times New Roman"/>
              <a:ea typeface="Times New Roman"/>
              <a:cs typeface="Times New Roman"/>
              <a:sym typeface="Times New Roman"/>
            </a:endParaRPr>
          </a:p>
        </p:txBody>
      </p:sp>
      <p:sp>
        <p:nvSpPr>
          <p:cNvPr id="537" name="Google Shape;537;p35"/>
          <p:cNvSpPr/>
          <p:nvPr/>
        </p:nvSpPr>
        <p:spPr>
          <a:xfrm>
            <a:off x="611188" y="2852738"/>
            <a:ext cx="5256212" cy="53340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A50021"/>
              </a:buClr>
              <a:buSzPts val="1500"/>
              <a:buFont typeface="Arial"/>
              <a:buChar char="●"/>
            </a:pPr>
            <a:r>
              <a:rPr b="1" lang="en-US" sz="2000">
                <a:solidFill>
                  <a:srgbClr val="FFFF99"/>
                </a:solidFill>
                <a:latin typeface="Times New Roman"/>
                <a:ea typeface="Times New Roman"/>
                <a:cs typeface="Times New Roman"/>
                <a:sym typeface="Times New Roman"/>
              </a:rPr>
              <a:t>Creating an object is called </a:t>
            </a:r>
            <a:r>
              <a:rPr b="1" i="1" lang="en-US" sz="2000">
                <a:solidFill>
                  <a:srgbClr val="FFFF99"/>
                </a:solidFill>
                <a:latin typeface="Times New Roman"/>
                <a:ea typeface="Times New Roman"/>
                <a:cs typeface="Times New Roman"/>
                <a:sym typeface="Times New Roman"/>
              </a:rPr>
              <a:t>instantiation</a:t>
            </a:r>
            <a:endParaRPr b="1" sz="2000">
              <a:solidFill>
                <a:srgbClr val="FFFF99"/>
              </a:solidFill>
              <a:latin typeface="Times New Roman"/>
              <a:ea typeface="Times New Roman"/>
              <a:cs typeface="Times New Roman"/>
              <a:sym typeface="Times New Roman"/>
            </a:endParaRPr>
          </a:p>
        </p:txBody>
      </p:sp>
      <p:sp>
        <p:nvSpPr>
          <p:cNvPr id="538" name="Google Shape;538;p35"/>
          <p:cNvSpPr/>
          <p:nvPr/>
        </p:nvSpPr>
        <p:spPr>
          <a:xfrm>
            <a:off x="611188" y="3754438"/>
            <a:ext cx="5473700" cy="53340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A50021"/>
              </a:buClr>
              <a:buSzPts val="1500"/>
              <a:buFont typeface="Arial"/>
              <a:buChar char="●"/>
            </a:pPr>
            <a:r>
              <a:rPr b="1" lang="en-US" sz="2000">
                <a:solidFill>
                  <a:srgbClr val="FFFF99"/>
                </a:solidFill>
                <a:latin typeface="Times New Roman"/>
                <a:ea typeface="Times New Roman"/>
                <a:cs typeface="Times New Roman"/>
                <a:sym typeface="Times New Roman"/>
              </a:rPr>
              <a:t>An object is an </a:t>
            </a:r>
            <a:r>
              <a:rPr b="1" i="1" lang="en-US" sz="2000">
                <a:solidFill>
                  <a:srgbClr val="FFFF99"/>
                </a:solidFill>
                <a:latin typeface="Times New Roman"/>
                <a:ea typeface="Times New Roman"/>
                <a:cs typeface="Times New Roman"/>
                <a:sym typeface="Times New Roman"/>
              </a:rPr>
              <a:t>instance</a:t>
            </a:r>
            <a:r>
              <a:rPr b="1" lang="en-US" sz="2000">
                <a:solidFill>
                  <a:srgbClr val="FFFF99"/>
                </a:solidFill>
                <a:latin typeface="Times New Roman"/>
                <a:ea typeface="Times New Roman"/>
                <a:cs typeface="Times New Roman"/>
                <a:sym typeface="Times New Roman"/>
              </a:rPr>
              <a:t> of a particular class</a:t>
            </a:r>
            <a:endParaRPr/>
          </a:p>
          <a:p>
            <a:pPr indent="-342900" lvl="0" marL="342900" marR="0" rtl="0" algn="l">
              <a:spcBef>
                <a:spcPts val="400"/>
              </a:spcBef>
              <a:spcAft>
                <a:spcPts val="0"/>
              </a:spcAft>
              <a:buClr>
                <a:srgbClr val="A50021"/>
              </a:buClr>
              <a:buSzPts val="1500"/>
              <a:buFont typeface="Arial"/>
              <a:buNone/>
            </a:pPr>
            <a:r>
              <a:t/>
            </a:r>
            <a:endParaRPr b="1" sz="2000">
              <a:solidFill>
                <a:srgbClr val="FFFF99"/>
              </a:solidFill>
              <a:latin typeface="Times New Roman"/>
              <a:ea typeface="Times New Roman"/>
              <a:cs typeface="Times New Roman"/>
              <a:sym typeface="Times New Roman"/>
            </a:endParaRPr>
          </a:p>
          <a:p>
            <a:pPr indent="-342900" lvl="0" marL="342900" marR="0" rtl="0" algn="l">
              <a:spcBef>
                <a:spcPts val="400"/>
              </a:spcBef>
              <a:spcAft>
                <a:spcPts val="0"/>
              </a:spcAft>
              <a:buClr>
                <a:srgbClr val="A50021"/>
              </a:buClr>
              <a:buSzPts val="1500"/>
              <a:buFont typeface="Arial"/>
              <a:buChar char="●"/>
            </a:pPr>
            <a:r>
              <a:rPr b="1" lang="en-US" sz="2000">
                <a:solidFill>
                  <a:srgbClr val="FFFF99"/>
                </a:solidFill>
                <a:latin typeface="Times New Roman"/>
                <a:ea typeface="Times New Roman"/>
                <a:cs typeface="Times New Roman"/>
                <a:sym typeface="Times New Roman"/>
              </a:rPr>
              <a:t>We can combine declaration and creation:	</a:t>
            </a:r>
            <a:endParaRPr/>
          </a:p>
          <a:p>
            <a:pPr indent="-285750" lvl="1" marL="742950" marR="0" rtl="0" algn="l">
              <a:spcBef>
                <a:spcPts val="400"/>
              </a:spcBef>
              <a:spcAft>
                <a:spcPts val="0"/>
              </a:spcAft>
              <a:buNone/>
            </a:pPr>
            <a:r>
              <a:t/>
            </a:r>
            <a:endParaRPr b="1" i="0" sz="2000" u="none" cap="none" strike="noStrike">
              <a:solidFill>
                <a:srgbClr val="FFFF99"/>
              </a:solidFill>
              <a:latin typeface="Times New Roman"/>
              <a:ea typeface="Times New Roman"/>
              <a:cs typeface="Times New Roman"/>
              <a:sym typeface="Times New Roman"/>
            </a:endParaRPr>
          </a:p>
        </p:txBody>
      </p:sp>
      <p:grpSp>
        <p:nvGrpSpPr>
          <p:cNvPr id="539" name="Google Shape;539;p35"/>
          <p:cNvGrpSpPr/>
          <p:nvPr/>
        </p:nvGrpSpPr>
        <p:grpSpPr>
          <a:xfrm>
            <a:off x="7092950" y="1700213"/>
            <a:ext cx="1801813" cy="2016125"/>
            <a:chOff x="1701" y="1162"/>
            <a:chExt cx="1996" cy="2267"/>
          </a:xfrm>
        </p:grpSpPr>
        <p:sp>
          <p:nvSpPr>
            <p:cNvPr id="540" name="Google Shape;540;p35"/>
            <p:cNvSpPr/>
            <p:nvPr/>
          </p:nvSpPr>
          <p:spPr>
            <a:xfrm>
              <a:off x="1701" y="1162"/>
              <a:ext cx="1996" cy="408"/>
            </a:xfrm>
            <a:prstGeom prst="rect">
              <a:avLst/>
            </a:prstGeom>
            <a:solidFill>
              <a:schemeClr val="accent1"/>
            </a:solidFill>
            <a:ln cap="flat" cmpd="sng" w="12700">
              <a:solidFill>
                <a:srgbClr val="FF33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Times New Roman"/>
                  <a:ea typeface="Times New Roman"/>
                  <a:cs typeface="Times New Roman"/>
                  <a:sym typeface="Times New Roman"/>
                </a:rPr>
                <a:t>Person</a:t>
              </a:r>
              <a:endParaRPr/>
            </a:p>
          </p:txBody>
        </p:sp>
        <p:sp>
          <p:nvSpPr>
            <p:cNvPr id="541" name="Google Shape;541;p35"/>
            <p:cNvSpPr/>
            <p:nvPr/>
          </p:nvSpPr>
          <p:spPr>
            <a:xfrm>
              <a:off x="1701" y="1570"/>
              <a:ext cx="1996" cy="817"/>
            </a:xfrm>
            <a:prstGeom prst="rect">
              <a:avLst/>
            </a:prstGeom>
            <a:solidFill>
              <a:schemeClr val="accent1"/>
            </a:solidFill>
            <a:ln cap="flat" cmpd="sng" w="12700">
              <a:solidFill>
                <a:srgbClr val="FF33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400">
                  <a:solidFill>
                    <a:srgbClr val="000066"/>
                  </a:solidFill>
                  <a:latin typeface="Times New Roman"/>
                  <a:ea typeface="Times New Roman"/>
                  <a:cs typeface="Times New Roman"/>
                  <a:sym typeface="Times New Roman"/>
                </a:rPr>
                <a:t>String name</a:t>
              </a:r>
              <a:endParaRPr/>
            </a:p>
            <a:p>
              <a:pPr indent="0" lvl="0" marL="0" marR="0" rtl="0" algn="ctr">
                <a:spcBef>
                  <a:spcPts val="0"/>
                </a:spcBef>
                <a:spcAft>
                  <a:spcPts val="0"/>
                </a:spcAft>
                <a:buNone/>
              </a:pPr>
              <a:r>
                <a:rPr lang="en-US" sz="1400">
                  <a:solidFill>
                    <a:srgbClr val="000066"/>
                  </a:solidFill>
                  <a:latin typeface="Times New Roman"/>
                  <a:ea typeface="Times New Roman"/>
                  <a:cs typeface="Times New Roman"/>
                  <a:sym typeface="Times New Roman"/>
                </a:rPr>
                <a:t>String birthDate</a:t>
              </a:r>
              <a:endParaRPr/>
            </a:p>
            <a:p>
              <a:pPr indent="0" lvl="0" marL="0" marR="0" rtl="0" algn="ctr">
                <a:spcBef>
                  <a:spcPts val="0"/>
                </a:spcBef>
                <a:spcAft>
                  <a:spcPts val="0"/>
                </a:spcAft>
                <a:buNone/>
              </a:pPr>
              <a:r>
                <a:rPr lang="en-US" sz="1400">
                  <a:solidFill>
                    <a:srgbClr val="000066"/>
                  </a:solidFill>
                  <a:latin typeface="Times New Roman"/>
                  <a:ea typeface="Times New Roman"/>
                  <a:cs typeface="Times New Roman"/>
                  <a:sym typeface="Times New Roman"/>
                </a:rPr>
                <a:t>int age</a:t>
              </a:r>
              <a:endParaRPr/>
            </a:p>
          </p:txBody>
        </p:sp>
        <p:sp>
          <p:nvSpPr>
            <p:cNvPr id="542" name="Google Shape;542;p35"/>
            <p:cNvSpPr/>
            <p:nvPr/>
          </p:nvSpPr>
          <p:spPr>
            <a:xfrm>
              <a:off x="1701" y="2387"/>
              <a:ext cx="1996" cy="1042"/>
            </a:xfrm>
            <a:prstGeom prst="rect">
              <a:avLst/>
            </a:prstGeom>
            <a:solidFill>
              <a:schemeClr val="accent1"/>
            </a:solidFill>
            <a:ln cap="flat" cmpd="sng" w="12700">
              <a:solidFill>
                <a:srgbClr val="FF33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400">
                  <a:solidFill>
                    <a:srgbClr val="000066"/>
                  </a:solidFill>
                  <a:latin typeface="Times New Roman"/>
                  <a:ea typeface="Times New Roman"/>
                  <a:cs typeface="Times New Roman"/>
                  <a:sym typeface="Times New Roman"/>
                </a:rPr>
                <a:t>getName()</a:t>
              </a:r>
              <a:endParaRPr/>
            </a:p>
            <a:p>
              <a:pPr indent="0" lvl="0" marL="0" marR="0" rtl="0" algn="ctr">
                <a:spcBef>
                  <a:spcPts val="0"/>
                </a:spcBef>
                <a:spcAft>
                  <a:spcPts val="0"/>
                </a:spcAft>
                <a:buNone/>
              </a:pPr>
              <a:r>
                <a:rPr lang="en-US" sz="1400">
                  <a:solidFill>
                    <a:srgbClr val="000066"/>
                  </a:solidFill>
                  <a:latin typeface="Times New Roman"/>
                  <a:ea typeface="Times New Roman"/>
                  <a:cs typeface="Times New Roman"/>
                  <a:sym typeface="Times New Roman"/>
                </a:rPr>
                <a:t>getAge</a:t>
              </a:r>
              <a:endParaRPr/>
            </a:p>
            <a:p>
              <a:pPr indent="0" lvl="0" marL="0" marR="0" rtl="0" algn="ctr">
                <a:spcBef>
                  <a:spcPts val="0"/>
                </a:spcBef>
                <a:spcAft>
                  <a:spcPts val="0"/>
                </a:spcAft>
                <a:buNone/>
              </a:pPr>
              <a:r>
                <a:rPr lang="en-US" sz="1400">
                  <a:solidFill>
                    <a:srgbClr val="000066"/>
                  </a:solidFill>
                  <a:latin typeface="Times New Roman"/>
                  <a:ea typeface="Times New Roman"/>
                  <a:cs typeface="Times New Roman"/>
                  <a:sym typeface="Times New Roman"/>
                </a:rPr>
                <a:t>….</a:t>
              </a:r>
              <a:endParaRPr/>
            </a:p>
          </p:txBody>
        </p:sp>
      </p:grpSp>
      <p:cxnSp>
        <p:nvCxnSpPr>
          <p:cNvPr id="543" name="Google Shape;543;p35"/>
          <p:cNvCxnSpPr/>
          <p:nvPr/>
        </p:nvCxnSpPr>
        <p:spPr>
          <a:xfrm rot="10800000">
            <a:off x="8027988" y="3716338"/>
            <a:ext cx="0" cy="720725"/>
          </a:xfrm>
          <a:prstGeom prst="straightConnector1">
            <a:avLst/>
          </a:prstGeom>
          <a:noFill/>
          <a:ln cap="flat" cmpd="sng" w="57150">
            <a:solidFill>
              <a:srgbClr val="FF0000"/>
            </a:solidFill>
            <a:prstDash val="solid"/>
            <a:round/>
            <a:headEnd len="sm" w="sm" type="none"/>
            <a:tailEnd len="lg" w="lg" type="triangle"/>
          </a:ln>
        </p:spPr>
      </p:cxnSp>
      <p:sp>
        <p:nvSpPr>
          <p:cNvPr id="544" name="Google Shape;544;p35"/>
          <p:cNvSpPr txBox="1"/>
          <p:nvPr/>
        </p:nvSpPr>
        <p:spPr>
          <a:xfrm>
            <a:off x="5160186" y="5013325"/>
            <a:ext cx="1399800" cy="461700"/>
          </a:xfrm>
          <a:prstGeom prst="rect">
            <a:avLst/>
          </a:prstGeom>
          <a:noFill/>
          <a:ln>
            <a:noFill/>
          </a:ln>
        </p:spPr>
        <p:txBody>
          <a:bodyPr anchorCtr="1" anchor="t" bIns="45700" lIns="91425" spcFirstLastPara="1" rIns="91425" wrap="square" tIns="45700">
            <a:spAutoFit/>
          </a:bodyPr>
          <a:lstStyle/>
          <a:p>
            <a:pPr indent="0" lvl="0" marL="0" marR="0" rtl="0" algn="ctr">
              <a:spcBef>
                <a:spcPts val="0"/>
              </a:spcBef>
              <a:spcAft>
                <a:spcPts val="0"/>
              </a:spcAft>
              <a:buNone/>
            </a:pPr>
            <a:r>
              <a:rPr lang="en-US" sz="2400">
                <a:solidFill>
                  <a:schemeClr val="lt1"/>
                </a:solidFill>
                <a:latin typeface="Times New Roman"/>
                <a:ea typeface="Times New Roman"/>
                <a:cs typeface="Times New Roman"/>
                <a:sym typeface="Times New Roman"/>
              </a:rPr>
              <a:t>Ishrak</a:t>
            </a:r>
            <a:endParaRPr sz="2400">
              <a:solidFill>
                <a:schemeClr val="lt1"/>
              </a:solidFill>
              <a:latin typeface="Times New Roman"/>
              <a:ea typeface="Times New Roman"/>
              <a:cs typeface="Times New Roman"/>
              <a:sym typeface="Times New Roman"/>
            </a:endParaRPr>
          </a:p>
        </p:txBody>
      </p:sp>
      <p:sp>
        <p:nvSpPr>
          <p:cNvPr id="545" name="Google Shape;545;p35"/>
          <p:cNvSpPr txBox="1"/>
          <p:nvPr/>
        </p:nvSpPr>
        <p:spPr>
          <a:xfrm>
            <a:off x="7667625" y="1196975"/>
            <a:ext cx="733425" cy="396875"/>
          </a:xfrm>
          <a:prstGeom prst="rect">
            <a:avLst/>
          </a:prstGeom>
          <a:solidFill>
            <a:schemeClr val="hlink"/>
          </a:solidFill>
          <a:ln>
            <a:noFill/>
          </a:ln>
        </p:spPr>
        <p:txBody>
          <a:bodyPr anchorCtr="1" anchor="t" bIns="45700" lIns="91425" spcFirstLastPara="1" rIns="91425" wrap="square" tIns="45700">
            <a:spAutoFit/>
          </a:bodyPr>
          <a:lstStyle/>
          <a:p>
            <a:pPr indent="0" lvl="0" marL="0" marR="0" rtl="0" algn="ctr">
              <a:spcBef>
                <a:spcPts val="0"/>
              </a:spcBef>
              <a:spcAft>
                <a:spcPts val="0"/>
              </a:spcAft>
              <a:buNone/>
            </a:pPr>
            <a:r>
              <a:rPr lang="en-US" sz="2000">
                <a:solidFill>
                  <a:srgbClr val="FF3300"/>
                </a:solidFill>
                <a:latin typeface="Times New Roman"/>
                <a:ea typeface="Times New Roman"/>
                <a:cs typeface="Times New Roman"/>
                <a:sym typeface="Times New Roman"/>
              </a:rPr>
              <a:t>Class</a:t>
            </a:r>
            <a:endParaRPr/>
          </a:p>
        </p:txBody>
      </p:sp>
      <p:sp>
        <p:nvSpPr>
          <p:cNvPr id="546" name="Google Shape;546;p35"/>
          <p:cNvSpPr txBox="1"/>
          <p:nvPr/>
        </p:nvSpPr>
        <p:spPr>
          <a:xfrm>
            <a:off x="7821613" y="5876925"/>
            <a:ext cx="860425" cy="396875"/>
          </a:xfrm>
          <a:prstGeom prst="rect">
            <a:avLst/>
          </a:prstGeom>
          <a:solidFill>
            <a:schemeClr val="hlink"/>
          </a:solidFill>
          <a:ln>
            <a:noFill/>
          </a:ln>
        </p:spPr>
        <p:txBody>
          <a:bodyPr anchorCtr="1" anchor="t" bIns="45700" lIns="91425" spcFirstLastPara="1" rIns="91425" wrap="square" tIns="45700">
            <a:spAutoFit/>
          </a:bodyPr>
          <a:lstStyle/>
          <a:p>
            <a:pPr indent="0" lvl="0" marL="0" marR="0" rtl="0" algn="ctr">
              <a:spcBef>
                <a:spcPts val="0"/>
              </a:spcBef>
              <a:spcAft>
                <a:spcPts val="0"/>
              </a:spcAft>
              <a:buNone/>
            </a:pPr>
            <a:r>
              <a:rPr lang="en-US" sz="2000">
                <a:solidFill>
                  <a:srgbClr val="FF3300"/>
                </a:solidFill>
                <a:latin typeface="Times New Roman"/>
                <a:ea typeface="Times New Roman"/>
                <a:cs typeface="Times New Roman"/>
                <a:sym typeface="Times New Roman"/>
              </a:rPr>
              <a:t>Object</a:t>
            </a:r>
            <a:endParaRPr/>
          </a:p>
        </p:txBody>
      </p:sp>
      <p:grpSp>
        <p:nvGrpSpPr>
          <p:cNvPr id="547" name="Google Shape;547;p35"/>
          <p:cNvGrpSpPr/>
          <p:nvPr/>
        </p:nvGrpSpPr>
        <p:grpSpPr>
          <a:xfrm>
            <a:off x="7451725" y="4437063"/>
            <a:ext cx="1152525" cy="1223962"/>
            <a:chOff x="4694" y="2795"/>
            <a:chExt cx="726" cy="771"/>
          </a:xfrm>
        </p:grpSpPr>
        <p:sp>
          <p:nvSpPr>
            <p:cNvPr id="548" name="Google Shape;548;p35"/>
            <p:cNvSpPr/>
            <p:nvPr/>
          </p:nvSpPr>
          <p:spPr>
            <a:xfrm>
              <a:off x="4694" y="2795"/>
              <a:ext cx="726" cy="771"/>
            </a:xfrm>
            <a:prstGeom prst="ellipse">
              <a:avLst/>
            </a:prstGeom>
            <a:solidFill>
              <a:srgbClr val="FF9933"/>
            </a:solid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t/>
              </a:r>
              <a:endParaRPr sz="2400">
                <a:solidFill>
                  <a:schemeClr val="lt1"/>
                </a:solidFill>
                <a:latin typeface="Times New Roman"/>
                <a:ea typeface="Times New Roman"/>
                <a:cs typeface="Times New Roman"/>
                <a:sym typeface="Times New Roman"/>
              </a:endParaRPr>
            </a:p>
          </p:txBody>
        </p:sp>
        <p:sp>
          <p:nvSpPr>
            <p:cNvPr id="549" name="Google Shape;549;p35"/>
            <p:cNvSpPr/>
            <p:nvPr/>
          </p:nvSpPr>
          <p:spPr>
            <a:xfrm>
              <a:off x="4830" y="3158"/>
              <a:ext cx="136" cy="136"/>
            </a:xfrm>
            <a:prstGeom prst="ellipse">
              <a:avLst/>
            </a:prstGeom>
            <a:solidFill>
              <a:srgbClr val="FFFFFF"/>
            </a:solidFill>
            <a:ln cap="flat" cmpd="sng" w="12700">
              <a:solidFill>
                <a:srgbClr val="FF0000"/>
              </a:solidFill>
              <a:prstDash val="solid"/>
              <a:round/>
              <a:headEnd len="sm" w="sm" type="none"/>
              <a:tailEnd len="sm" w="sm" type="none"/>
            </a:ln>
          </p:spPr>
          <p:txBody>
            <a:bodyPr anchorCtr="0" anchor="ctr" bIns="45700" lIns="91425" spcFirstLastPara="1" rIns="91425" wrap="square" tIns="45700">
              <a:spAutoFit/>
            </a:bodyPr>
            <a:lstStyle/>
            <a:p>
              <a:pPr indent="0" lvl="0" marL="0" marR="0" rtl="0" algn="ctr">
                <a:spcBef>
                  <a:spcPts val="0"/>
                </a:spcBef>
                <a:spcAft>
                  <a:spcPts val="0"/>
                </a:spcAft>
                <a:buNone/>
              </a:pPr>
              <a:r>
                <a:t/>
              </a:r>
              <a:endParaRPr sz="2400">
                <a:solidFill>
                  <a:schemeClr val="lt1"/>
                </a:solidFill>
                <a:latin typeface="Times New Roman"/>
                <a:ea typeface="Times New Roman"/>
                <a:cs typeface="Times New Roman"/>
                <a:sym typeface="Times New Roman"/>
              </a:endParaRPr>
            </a:p>
          </p:txBody>
        </p:sp>
        <p:sp>
          <p:nvSpPr>
            <p:cNvPr id="550" name="Google Shape;550;p35"/>
            <p:cNvSpPr/>
            <p:nvPr/>
          </p:nvSpPr>
          <p:spPr>
            <a:xfrm>
              <a:off x="4966" y="3294"/>
              <a:ext cx="136" cy="136"/>
            </a:xfrm>
            <a:prstGeom prst="ellipse">
              <a:avLst/>
            </a:prstGeom>
            <a:solidFill>
              <a:srgbClr val="FFFFFF"/>
            </a:solidFill>
            <a:ln cap="flat" cmpd="sng" w="12700">
              <a:solidFill>
                <a:srgbClr val="FF0000"/>
              </a:solidFill>
              <a:prstDash val="solid"/>
              <a:round/>
              <a:headEnd len="sm" w="sm" type="none"/>
              <a:tailEnd len="sm" w="sm" type="none"/>
            </a:ln>
          </p:spPr>
          <p:txBody>
            <a:bodyPr anchorCtr="0" anchor="ctr" bIns="45700" lIns="91425" spcFirstLastPara="1" rIns="91425" wrap="square" tIns="45700">
              <a:spAutoFit/>
            </a:bodyPr>
            <a:lstStyle/>
            <a:p>
              <a:pPr indent="0" lvl="0" marL="0" marR="0" rtl="0" algn="ctr">
                <a:spcBef>
                  <a:spcPts val="0"/>
                </a:spcBef>
                <a:spcAft>
                  <a:spcPts val="0"/>
                </a:spcAft>
                <a:buNone/>
              </a:pPr>
              <a:r>
                <a:t/>
              </a:r>
              <a:endParaRPr sz="2400">
                <a:solidFill>
                  <a:schemeClr val="lt1"/>
                </a:solidFill>
                <a:latin typeface="Times New Roman"/>
                <a:ea typeface="Times New Roman"/>
                <a:cs typeface="Times New Roman"/>
                <a:sym typeface="Times New Roman"/>
              </a:endParaRPr>
            </a:p>
          </p:txBody>
        </p:sp>
        <p:sp>
          <p:nvSpPr>
            <p:cNvPr id="551" name="Google Shape;551;p35"/>
            <p:cNvSpPr/>
            <p:nvPr/>
          </p:nvSpPr>
          <p:spPr>
            <a:xfrm>
              <a:off x="5193" y="3203"/>
              <a:ext cx="136" cy="136"/>
            </a:xfrm>
            <a:prstGeom prst="ellipse">
              <a:avLst/>
            </a:prstGeom>
            <a:solidFill>
              <a:srgbClr val="FFFFFF"/>
            </a:solidFill>
            <a:ln cap="flat" cmpd="sng" w="12700">
              <a:solidFill>
                <a:srgbClr val="FF0000"/>
              </a:solidFill>
              <a:prstDash val="solid"/>
              <a:round/>
              <a:headEnd len="sm" w="sm" type="none"/>
              <a:tailEnd len="sm" w="sm" type="none"/>
            </a:ln>
          </p:spPr>
          <p:txBody>
            <a:bodyPr anchorCtr="0" anchor="ctr" bIns="45700" lIns="91425" spcFirstLastPara="1" rIns="91425" wrap="square" tIns="45700">
              <a:spAutoFit/>
            </a:bodyPr>
            <a:lstStyle/>
            <a:p>
              <a:pPr indent="0" lvl="0" marL="0" marR="0" rtl="0" algn="ctr">
                <a:spcBef>
                  <a:spcPts val="0"/>
                </a:spcBef>
                <a:spcAft>
                  <a:spcPts val="0"/>
                </a:spcAft>
                <a:buNone/>
              </a:pPr>
              <a:r>
                <a:t/>
              </a:r>
              <a:endParaRPr sz="2400">
                <a:solidFill>
                  <a:schemeClr val="lt1"/>
                </a:solidFill>
                <a:latin typeface="Times New Roman"/>
                <a:ea typeface="Times New Roman"/>
                <a:cs typeface="Times New Roman"/>
                <a:sym typeface="Times New Roman"/>
              </a:endParaRPr>
            </a:p>
          </p:txBody>
        </p:sp>
      </p:grpSp>
      <p:cxnSp>
        <p:nvCxnSpPr>
          <p:cNvPr id="552" name="Google Shape;552;p35"/>
          <p:cNvCxnSpPr>
            <a:stCxn id="544" idx="0"/>
            <a:endCxn id="541" idx="1"/>
          </p:cNvCxnSpPr>
          <p:nvPr/>
        </p:nvCxnSpPr>
        <p:spPr>
          <a:xfrm rot="-5400000">
            <a:off x="5183136" y="3103375"/>
            <a:ext cx="2586900" cy="1233000"/>
          </a:xfrm>
          <a:prstGeom prst="bentConnector2">
            <a:avLst/>
          </a:prstGeom>
          <a:noFill/>
          <a:ln cap="flat" cmpd="sng" w="38100">
            <a:solidFill>
              <a:srgbClr val="FF0000"/>
            </a:solidFill>
            <a:prstDash val="solid"/>
            <a:miter lim="800000"/>
            <a:headEnd len="sm" w="sm" type="none"/>
            <a:tailEnd len="lg" w="lg" type="triangle"/>
          </a:ln>
        </p:spPr>
      </p:cxnSp>
      <p:cxnSp>
        <p:nvCxnSpPr>
          <p:cNvPr id="553" name="Google Shape;553;p35"/>
          <p:cNvCxnSpPr/>
          <p:nvPr/>
        </p:nvCxnSpPr>
        <p:spPr>
          <a:xfrm>
            <a:off x="6732588" y="5300663"/>
            <a:ext cx="719137" cy="0"/>
          </a:xfrm>
          <a:prstGeom prst="straightConnector1">
            <a:avLst/>
          </a:prstGeom>
          <a:noFill/>
          <a:ln cap="flat" cmpd="sng" w="38100">
            <a:solidFill>
              <a:srgbClr val="FF0000"/>
            </a:solidFill>
            <a:prstDash val="solid"/>
            <a:round/>
            <a:headEnd len="sm" w="sm" type="none"/>
            <a:tailEnd len="lg" w="lg" type="triangle"/>
          </a:ln>
        </p:spPr>
      </p:cxnSp>
      <p:sp>
        <p:nvSpPr>
          <p:cNvPr id="554" name="Google Shape;554;p35"/>
          <p:cNvSpPr txBox="1"/>
          <p:nvPr/>
        </p:nvSpPr>
        <p:spPr>
          <a:xfrm>
            <a:off x="8010525" y="4102100"/>
            <a:ext cx="850900" cy="274638"/>
          </a:xfrm>
          <a:prstGeom prst="rect">
            <a:avLst/>
          </a:prstGeom>
          <a:noFill/>
          <a:ln>
            <a:noFill/>
          </a:ln>
        </p:spPr>
        <p:txBody>
          <a:bodyPr anchorCtr="1" anchor="t" bIns="45700" lIns="91425" spcFirstLastPara="1" rIns="91425" wrap="square" tIns="45700">
            <a:spAutoFit/>
          </a:bodyPr>
          <a:lstStyle/>
          <a:p>
            <a:pPr indent="0" lvl="0" marL="0" marR="0" rtl="0" algn="ctr">
              <a:spcBef>
                <a:spcPts val="0"/>
              </a:spcBef>
              <a:spcAft>
                <a:spcPts val="0"/>
              </a:spcAft>
              <a:buNone/>
            </a:pPr>
            <a:r>
              <a:rPr lang="en-US" sz="1200">
                <a:solidFill>
                  <a:schemeClr val="lt1"/>
                </a:solidFill>
                <a:latin typeface="Times New Roman"/>
                <a:ea typeface="Times New Roman"/>
                <a:cs typeface="Times New Roman"/>
                <a:sym typeface="Times New Roman"/>
              </a:rPr>
              <a:t>instance of</a:t>
            </a:r>
            <a:endParaRPr/>
          </a:p>
        </p:txBody>
      </p:sp>
      <p:sp>
        <p:nvSpPr>
          <p:cNvPr id="555" name="Google Shape;555;p35"/>
          <p:cNvSpPr txBox="1"/>
          <p:nvPr/>
        </p:nvSpPr>
        <p:spPr>
          <a:xfrm>
            <a:off x="6732588" y="4941888"/>
            <a:ext cx="688975" cy="274637"/>
          </a:xfrm>
          <a:prstGeom prst="rect">
            <a:avLst/>
          </a:prstGeom>
          <a:noFill/>
          <a:ln>
            <a:noFill/>
          </a:ln>
        </p:spPr>
        <p:txBody>
          <a:bodyPr anchorCtr="1" anchor="t" bIns="45700" lIns="91425" spcFirstLastPara="1" rIns="91425" wrap="square" tIns="45700">
            <a:spAutoFit/>
          </a:bodyPr>
          <a:lstStyle/>
          <a:p>
            <a:pPr indent="0" lvl="0" marL="0" marR="0" rtl="0" algn="ctr">
              <a:spcBef>
                <a:spcPts val="0"/>
              </a:spcBef>
              <a:spcAft>
                <a:spcPts val="0"/>
              </a:spcAft>
              <a:buNone/>
            </a:pPr>
            <a:r>
              <a:rPr lang="en-US" sz="1200">
                <a:solidFill>
                  <a:schemeClr val="lt1"/>
                </a:solidFill>
                <a:latin typeface="Times New Roman"/>
                <a:ea typeface="Times New Roman"/>
                <a:cs typeface="Times New Roman"/>
                <a:sym typeface="Times New Roman"/>
              </a:rPr>
              <a:t>refers to</a:t>
            </a:r>
            <a:endParaRPr/>
          </a:p>
        </p:txBody>
      </p:sp>
      <p:sp>
        <p:nvSpPr>
          <p:cNvPr id="556" name="Google Shape;556;p35"/>
          <p:cNvSpPr txBox="1"/>
          <p:nvPr/>
        </p:nvSpPr>
        <p:spPr>
          <a:xfrm>
            <a:off x="744578" y="4941900"/>
            <a:ext cx="4191000" cy="400200"/>
          </a:xfrm>
          <a:prstGeom prst="rect">
            <a:avLst/>
          </a:prstGeom>
          <a:noFill/>
          <a:ln>
            <a:noFill/>
          </a:ln>
        </p:spPr>
        <p:txBody>
          <a:bodyPr anchorCtr="1" anchor="t" bIns="45700" lIns="91425" spcFirstLastPara="1" rIns="91425" wrap="square" tIns="45700">
            <a:spAutoFit/>
          </a:bodyPr>
          <a:lstStyle/>
          <a:p>
            <a:pPr indent="0" lvl="0" marL="0" marR="0" rtl="0" algn="ctr">
              <a:spcBef>
                <a:spcPts val="0"/>
              </a:spcBef>
              <a:spcAft>
                <a:spcPts val="0"/>
              </a:spcAft>
              <a:buNone/>
            </a:pPr>
            <a:r>
              <a:rPr b="1" lang="en-US" sz="2000">
                <a:solidFill>
                  <a:schemeClr val="lt1"/>
                </a:solidFill>
                <a:latin typeface="Times New Roman"/>
                <a:ea typeface="Times New Roman"/>
                <a:cs typeface="Times New Roman"/>
                <a:sym typeface="Times New Roman"/>
              </a:rPr>
              <a:t>Person  </a:t>
            </a:r>
            <a:r>
              <a:rPr b="1" lang="en-US" sz="2000">
                <a:solidFill>
                  <a:schemeClr val="lt1"/>
                </a:solidFill>
                <a:latin typeface="Times New Roman"/>
                <a:ea typeface="Times New Roman"/>
                <a:cs typeface="Times New Roman"/>
                <a:sym typeface="Times New Roman"/>
              </a:rPr>
              <a:t>Ishrak</a:t>
            </a:r>
            <a:r>
              <a:rPr b="1" lang="en-US" sz="2000">
                <a:solidFill>
                  <a:schemeClr val="lt1"/>
                </a:solidFill>
                <a:latin typeface="Times New Roman"/>
                <a:ea typeface="Times New Roman"/>
                <a:cs typeface="Times New Roman"/>
                <a:sym typeface="Times New Roman"/>
              </a:rPr>
              <a:t> = new Person();</a:t>
            </a:r>
            <a:endParaRPr/>
          </a:p>
        </p:txBody>
      </p:sp>
      <p:sp>
        <p:nvSpPr>
          <p:cNvPr id="557" name="Google Shape;557;p35"/>
          <p:cNvSpPr txBox="1"/>
          <p:nvPr/>
        </p:nvSpPr>
        <p:spPr>
          <a:xfrm>
            <a:off x="6443663" y="3933825"/>
            <a:ext cx="819150" cy="274638"/>
          </a:xfrm>
          <a:prstGeom prst="rect">
            <a:avLst/>
          </a:prstGeom>
          <a:noFill/>
          <a:ln>
            <a:noFill/>
          </a:ln>
        </p:spPr>
        <p:txBody>
          <a:bodyPr anchorCtr="1" anchor="t" bIns="45700" lIns="91425" spcFirstLastPara="1" rIns="91425" wrap="square" tIns="45700">
            <a:spAutoFit/>
          </a:bodyPr>
          <a:lstStyle/>
          <a:p>
            <a:pPr indent="0" lvl="0" marL="0" marR="0" rtl="0" algn="ctr">
              <a:spcBef>
                <a:spcPts val="0"/>
              </a:spcBef>
              <a:spcAft>
                <a:spcPts val="0"/>
              </a:spcAft>
              <a:buNone/>
            </a:pPr>
            <a:r>
              <a:rPr lang="en-US" sz="1200">
                <a:solidFill>
                  <a:schemeClr val="lt1"/>
                </a:solidFill>
                <a:latin typeface="Times New Roman"/>
                <a:ea typeface="Times New Roman"/>
                <a:cs typeface="Times New Roman"/>
                <a:sym typeface="Times New Roman"/>
              </a:rPr>
              <a:t>is of Class</a:t>
            </a:r>
            <a:endParaRPr/>
          </a:p>
        </p:txBody>
      </p:sp>
      <p:sp>
        <p:nvSpPr>
          <p:cNvPr id="558" name="Google Shape;558;p35"/>
          <p:cNvSpPr txBox="1"/>
          <p:nvPr>
            <p:ph idx="12" type="sldNum"/>
          </p:nvPr>
        </p:nvSpPr>
        <p:spPr>
          <a:xfrm>
            <a:off x="7092950" y="6248400"/>
            <a:ext cx="1905000" cy="4572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562" name="Shape 562"/>
        <p:cNvGrpSpPr/>
        <p:nvPr/>
      </p:nvGrpSpPr>
      <p:grpSpPr>
        <a:xfrm>
          <a:off x="0" y="0"/>
          <a:ext cx="0" cy="0"/>
          <a:chOff x="0" y="0"/>
          <a:chExt cx="0" cy="0"/>
        </a:xfrm>
      </p:grpSpPr>
      <p:sp>
        <p:nvSpPr>
          <p:cNvPr id="563" name="Google Shape;563;p36"/>
          <p:cNvSpPr txBox="1"/>
          <p:nvPr>
            <p:ph type="title"/>
          </p:nvPr>
        </p:nvSpPr>
        <p:spPr>
          <a:xfrm>
            <a:off x="611188" y="198438"/>
            <a:ext cx="7588250" cy="6858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Declaring and Creating Objects</a:t>
            </a:r>
            <a:endParaRPr/>
          </a:p>
        </p:txBody>
      </p:sp>
      <p:grpSp>
        <p:nvGrpSpPr>
          <p:cNvPr id="564" name="Google Shape;564;p36"/>
          <p:cNvGrpSpPr/>
          <p:nvPr/>
        </p:nvGrpSpPr>
        <p:grpSpPr>
          <a:xfrm>
            <a:off x="4716463" y="1844675"/>
            <a:ext cx="1801812" cy="2016125"/>
            <a:chOff x="1701" y="1162"/>
            <a:chExt cx="1996" cy="2267"/>
          </a:xfrm>
        </p:grpSpPr>
        <p:sp>
          <p:nvSpPr>
            <p:cNvPr id="565" name="Google Shape;565;p36"/>
            <p:cNvSpPr/>
            <p:nvPr/>
          </p:nvSpPr>
          <p:spPr>
            <a:xfrm>
              <a:off x="1701" y="1162"/>
              <a:ext cx="1996" cy="408"/>
            </a:xfrm>
            <a:prstGeom prst="rect">
              <a:avLst/>
            </a:prstGeom>
            <a:solidFill>
              <a:schemeClr val="accent1"/>
            </a:solidFill>
            <a:ln cap="flat" cmpd="sng" w="12700">
              <a:solidFill>
                <a:srgbClr val="FF33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Times New Roman"/>
                  <a:ea typeface="Times New Roman"/>
                  <a:cs typeface="Times New Roman"/>
                  <a:sym typeface="Times New Roman"/>
                </a:rPr>
                <a:t>Flower</a:t>
              </a:r>
              <a:endParaRPr/>
            </a:p>
          </p:txBody>
        </p:sp>
        <p:sp>
          <p:nvSpPr>
            <p:cNvPr id="566" name="Google Shape;566;p36"/>
            <p:cNvSpPr/>
            <p:nvPr/>
          </p:nvSpPr>
          <p:spPr>
            <a:xfrm>
              <a:off x="1701" y="1570"/>
              <a:ext cx="1996" cy="817"/>
            </a:xfrm>
            <a:prstGeom prst="rect">
              <a:avLst/>
            </a:prstGeom>
            <a:solidFill>
              <a:schemeClr val="accent1"/>
            </a:solidFill>
            <a:ln cap="flat" cmpd="sng" w="12700">
              <a:solidFill>
                <a:srgbClr val="FF33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400">
                  <a:solidFill>
                    <a:srgbClr val="000066"/>
                  </a:solidFill>
                  <a:latin typeface="Times New Roman"/>
                  <a:ea typeface="Times New Roman"/>
                  <a:cs typeface="Times New Roman"/>
                  <a:sym typeface="Times New Roman"/>
                </a:rPr>
                <a:t>int age</a:t>
              </a:r>
              <a:endParaRPr/>
            </a:p>
            <a:p>
              <a:pPr indent="0" lvl="0" marL="0" marR="0" rtl="0" algn="ctr">
                <a:spcBef>
                  <a:spcPts val="0"/>
                </a:spcBef>
                <a:spcAft>
                  <a:spcPts val="0"/>
                </a:spcAft>
                <a:buNone/>
              </a:pPr>
              <a:r>
                <a:rPr lang="en-US" sz="1400">
                  <a:solidFill>
                    <a:srgbClr val="000066"/>
                  </a:solidFill>
                  <a:latin typeface="Times New Roman"/>
                  <a:ea typeface="Times New Roman"/>
                  <a:cs typeface="Times New Roman"/>
                  <a:sym typeface="Times New Roman"/>
                </a:rPr>
                <a:t>int length</a:t>
              </a:r>
              <a:endParaRPr/>
            </a:p>
            <a:p>
              <a:pPr indent="0" lvl="0" marL="0" marR="0" rtl="0" algn="ctr">
                <a:spcBef>
                  <a:spcPts val="0"/>
                </a:spcBef>
                <a:spcAft>
                  <a:spcPts val="0"/>
                </a:spcAft>
                <a:buNone/>
              </a:pPr>
              <a:r>
                <a:rPr lang="en-US" sz="1400">
                  <a:solidFill>
                    <a:srgbClr val="000066"/>
                  </a:solidFill>
                  <a:latin typeface="Times New Roman"/>
                  <a:ea typeface="Times New Roman"/>
                  <a:cs typeface="Times New Roman"/>
                  <a:sym typeface="Times New Roman"/>
                </a:rPr>
                <a:t>int weight</a:t>
              </a:r>
              <a:endParaRPr/>
            </a:p>
          </p:txBody>
        </p:sp>
        <p:sp>
          <p:nvSpPr>
            <p:cNvPr id="567" name="Google Shape;567;p36"/>
            <p:cNvSpPr/>
            <p:nvPr/>
          </p:nvSpPr>
          <p:spPr>
            <a:xfrm>
              <a:off x="1701" y="2387"/>
              <a:ext cx="1996" cy="1042"/>
            </a:xfrm>
            <a:prstGeom prst="rect">
              <a:avLst/>
            </a:prstGeom>
            <a:solidFill>
              <a:schemeClr val="accent1"/>
            </a:solidFill>
            <a:ln cap="flat" cmpd="sng" w="12700">
              <a:solidFill>
                <a:srgbClr val="FF33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400">
                  <a:solidFill>
                    <a:srgbClr val="000066"/>
                  </a:solidFill>
                  <a:latin typeface="Times New Roman"/>
                  <a:ea typeface="Times New Roman"/>
                  <a:cs typeface="Times New Roman"/>
                  <a:sym typeface="Times New Roman"/>
                </a:rPr>
                <a:t>getAge()</a:t>
              </a:r>
              <a:endParaRPr/>
            </a:p>
            <a:p>
              <a:pPr indent="0" lvl="0" marL="0" marR="0" rtl="0" algn="ctr">
                <a:spcBef>
                  <a:spcPts val="0"/>
                </a:spcBef>
                <a:spcAft>
                  <a:spcPts val="0"/>
                </a:spcAft>
                <a:buNone/>
              </a:pPr>
              <a:r>
                <a:rPr lang="en-US" sz="1400">
                  <a:solidFill>
                    <a:srgbClr val="000066"/>
                  </a:solidFill>
                  <a:latin typeface="Times New Roman"/>
                  <a:ea typeface="Times New Roman"/>
                  <a:cs typeface="Times New Roman"/>
                  <a:sym typeface="Times New Roman"/>
                </a:rPr>
                <a:t>getLength()</a:t>
              </a:r>
              <a:endParaRPr/>
            </a:p>
            <a:p>
              <a:pPr indent="0" lvl="0" marL="0" marR="0" rtl="0" algn="ctr">
                <a:spcBef>
                  <a:spcPts val="0"/>
                </a:spcBef>
                <a:spcAft>
                  <a:spcPts val="0"/>
                </a:spcAft>
                <a:buNone/>
              </a:pPr>
              <a:r>
                <a:rPr lang="en-US" sz="1400">
                  <a:solidFill>
                    <a:srgbClr val="000066"/>
                  </a:solidFill>
                  <a:latin typeface="Times New Roman"/>
                  <a:ea typeface="Times New Roman"/>
                  <a:cs typeface="Times New Roman"/>
                  <a:sym typeface="Times New Roman"/>
                </a:rPr>
                <a:t>….</a:t>
              </a:r>
              <a:endParaRPr/>
            </a:p>
          </p:txBody>
        </p:sp>
      </p:grpSp>
      <p:sp>
        <p:nvSpPr>
          <p:cNvPr id="568" name="Google Shape;568;p36"/>
          <p:cNvSpPr txBox="1"/>
          <p:nvPr/>
        </p:nvSpPr>
        <p:spPr>
          <a:xfrm>
            <a:off x="5291138" y="1341438"/>
            <a:ext cx="733425" cy="396875"/>
          </a:xfrm>
          <a:prstGeom prst="rect">
            <a:avLst/>
          </a:prstGeom>
          <a:solidFill>
            <a:schemeClr val="hlink"/>
          </a:solidFill>
          <a:ln>
            <a:noFill/>
          </a:ln>
        </p:spPr>
        <p:txBody>
          <a:bodyPr anchorCtr="1" anchor="t" bIns="45700" lIns="91425" spcFirstLastPara="1" rIns="91425" wrap="square" tIns="45700">
            <a:spAutoFit/>
          </a:bodyPr>
          <a:lstStyle/>
          <a:p>
            <a:pPr indent="0" lvl="0" marL="0" marR="0" rtl="0" algn="ctr">
              <a:spcBef>
                <a:spcPts val="0"/>
              </a:spcBef>
              <a:spcAft>
                <a:spcPts val="0"/>
              </a:spcAft>
              <a:buNone/>
            </a:pPr>
            <a:r>
              <a:rPr lang="en-US" sz="2000">
                <a:solidFill>
                  <a:srgbClr val="FF3300"/>
                </a:solidFill>
                <a:latin typeface="Times New Roman"/>
                <a:ea typeface="Times New Roman"/>
                <a:cs typeface="Times New Roman"/>
                <a:sym typeface="Times New Roman"/>
              </a:rPr>
              <a:t>Class</a:t>
            </a:r>
            <a:endParaRPr/>
          </a:p>
        </p:txBody>
      </p:sp>
      <p:sp>
        <p:nvSpPr>
          <p:cNvPr id="569" name="Google Shape;569;p36"/>
          <p:cNvSpPr txBox="1"/>
          <p:nvPr/>
        </p:nvSpPr>
        <p:spPr>
          <a:xfrm>
            <a:off x="684213" y="1844675"/>
            <a:ext cx="3841750" cy="396875"/>
          </a:xfrm>
          <a:prstGeom prst="rect">
            <a:avLst/>
          </a:prstGeom>
          <a:noFill/>
          <a:ln>
            <a:noFill/>
          </a:ln>
        </p:spPr>
        <p:txBody>
          <a:bodyPr anchorCtr="1" anchor="t" bIns="45700" lIns="91425" spcFirstLastPara="1" rIns="91425" wrap="square" tIns="45700">
            <a:spAutoFit/>
          </a:bodyPr>
          <a:lstStyle/>
          <a:p>
            <a:pPr indent="0" lvl="0" marL="0" marR="0" rtl="0" algn="ctr">
              <a:spcBef>
                <a:spcPts val="0"/>
              </a:spcBef>
              <a:spcAft>
                <a:spcPts val="0"/>
              </a:spcAft>
              <a:buNone/>
            </a:pPr>
            <a:r>
              <a:rPr b="1" lang="en-US" sz="2000">
                <a:solidFill>
                  <a:schemeClr val="lt1"/>
                </a:solidFill>
                <a:latin typeface="Courier New"/>
                <a:ea typeface="Courier New"/>
                <a:cs typeface="Courier New"/>
                <a:sym typeface="Courier New"/>
              </a:rPr>
              <a:t>karanfil = new Flower();</a:t>
            </a:r>
            <a:endParaRPr sz="2000">
              <a:solidFill>
                <a:schemeClr val="lt1"/>
              </a:solidFill>
              <a:latin typeface="Times New Roman"/>
              <a:ea typeface="Times New Roman"/>
              <a:cs typeface="Times New Roman"/>
              <a:sym typeface="Times New Roman"/>
            </a:endParaRPr>
          </a:p>
        </p:txBody>
      </p:sp>
      <p:grpSp>
        <p:nvGrpSpPr>
          <p:cNvPr id="570" name="Google Shape;570;p36"/>
          <p:cNvGrpSpPr/>
          <p:nvPr/>
        </p:nvGrpSpPr>
        <p:grpSpPr>
          <a:xfrm>
            <a:off x="4356100" y="3860800"/>
            <a:ext cx="2128838" cy="2557463"/>
            <a:chOff x="2744" y="2432"/>
            <a:chExt cx="1341" cy="1611"/>
          </a:xfrm>
        </p:grpSpPr>
        <p:cxnSp>
          <p:nvCxnSpPr>
            <p:cNvPr id="571" name="Google Shape;571;p36"/>
            <p:cNvCxnSpPr/>
            <p:nvPr/>
          </p:nvCxnSpPr>
          <p:spPr>
            <a:xfrm rot="10800000">
              <a:off x="3560" y="2432"/>
              <a:ext cx="0" cy="454"/>
            </a:xfrm>
            <a:prstGeom prst="straightConnector1">
              <a:avLst/>
            </a:prstGeom>
            <a:noFill/>
            <a:ln cap="flat" cmpd="sng" w="57150">
              <a:solidFill>
                <a:srgbClr val="FF0000"/>
              </a:solidFill>
              <a:prstDash val="solid"/>
              <a:round/>
              <a:headEnd len="sm" w="sm" type="none"/>
              <a:tailEnd len="lg" w="lg" type="triangle"/>
            </a:ln>
          </p:spPr>
        </p:cxnSp>
        <p:sp>
          <p:nvSpPr>
            <p:cNvPr id="572" name="Google Shape;572;p36"/>
            <p:cNvSpPr txBox="1"/>
            <p:nvPr/>
          </p:nvSpPr>
          <p:spPr>
            <a:xfrm>
              <a:off x="3430" y="3793"/>
              <a:ext cx="542" cy="250"/>
            </a:xfrm>
            <a:prstGeom prst="rect">
              <a:avLst/>
            </a:prstGeom>
            <a:solidFill>
              <a:schemeClr val="hlink"/>
            </a:solidFill>
            <a:ln>
              <a:noFill/>
            </a:ln>
          </p:spPr>
          <p:txBody>
            <a:bodyPr anchorCtr="1" anchor="t" bIns="45700" lIns="91425" spcFirstLastPara="1" rIns="91425" wrap="square" tIns="45700">
              <a:spAutoFit/>
            </a:bodyPr>
            <a:lstStyle/>
            <a:p>
              <a:pPr indent="0" lvl="0" marL="0" marR="0" rtl="0" algn="ctr">
                <a:spcBef>
                  <a:spcPts val="0"/>
                </a:spcBef>
                <a:spcAft>
                  <a:spcPts val="0"/>
                </a:spcAft>
                <a:buNone/>
              </a:pPr>
              <a:r>
                <a:rPr lang="en-US" sz="2000">
                  <a:solidFill>
                    <a:srgbClr val="FF3300"/>
                  </a:solidFill>
                  <a:latin typeface="Times New Roman"/>
                  <a:ea typeface="Times New Roman"/>
                  <a:cs typeface="Times New Roman"/>
                  <a:sym typeface="Times New Roman"/>
                </a:rPr>
                <a:t>Object</a:t>
              </a:r>
              <a:endParaRPr/>
            </a:p>
          </p:txBody>
        </p:sp>
        <p:grpSp>
          <p:nvGrpSpPr>
            <p:cNvPr id="573" name="Google Shape;573;p36"/>
            <p:cNvGrpSpPr/>
            <p:nvPr/>
          </p:nvGrpSpPr>
          <p:grpSpPr>
            <a:xfrm>
              <a:off x="3197" y="2886"/>
              <a:ext cx="726" cy="771"/>
              <a:chOff x="4694" y="2795"/>
              <a:chExt cx="726" cy="771"/>
            </a:xfrm>
          </p:grpSpPr>
          <p:sp>
            <p:nvSpPr>
              <p:cNvPr id="574" name="Google Shape;574;p36"/>
              <p:cNvSpPr/>
              <p:nvPr/>
            </p:nvSpPr>
            <p:spPr>
              <a:xfrm>
                <a:off x="4694" y="2795"/>
                <a:ext cx="726" cy="771"/>
              </a:xfrm>
              <a:prstGeom prst="ellipse">
                <a:avLst/>
              </a:prstGeom>
              <a:solidFill>
                <a:srgbClr val="FF9933"/>
              </a:solid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t/>
                </a:r>
                <a:endParaRPr sz="2400">
                  <a:solidFill>
                    <a:schemeClr val="lt1"/>
                  </a:solidFill>
                  <a:latin typeface="Times New Roman"/>
                  <a:ea typeface="Times New Roman"/>
                  <a:cs typeface="Times New Roman"/>
                  <a:sym typeface="Times New Roman"/>
                </a:endParaRPr>
              </a:p>
            </p:txBody>
          </p:sp>
          <p:sp>
            <p:nvSpPr>
              <p:cNvPr id="575" name="Google Shape;575;p36"/>
              <p:cNvSpPr/>
              <p:nvPr/>
            </p:nvSpPr>
            <p:spPr>
              <a:xfrm>
                <a:off x="4830" y="3158"/>
                <a:ext cx="136" cy="136"/>
              </a:xfrm>
              <a:prstGeom prst="ellipse">
                <a:avLst/>
              </a:prstGeom>
              <a:solidFill>
                <a:srgbClr val="FFFFFF"/>
              </a:solidFill>
              <a:ln cap="flat" cmpd="sng" w="12700">
                <a:solidFill>
                  <a:srgbClr val="FF0000"/>
                </a:solidFill>
                <a:prstDash val="solid"/>
                <a:round/>
                <a:headEnd len="sm" w="sm" type="none"/>
                <a:tailEnd len="sm" w="sm" type="none"/>
              </a:ln>
            </p:spPr>
            <p:txBody>
              <a:bodyPr anchorCtr="0" anchor="ctr" bIns="45700" lIns="91425" spcFirstLastPara="1" rIns="91425" wrap="square" tIns="45700">
                <a:spAutoFit/>
              </a:bodyPr>
              <a:lstStyle/>
              <a:p>
                <a:pPr indent="0" lvl="0" marL="0" marR="0" rtl="0" algn="ctr">
                  <a:spcBef>
                    <a:spcPts val="0"/>
                  </a:spcBef>
                  <a:spcAft>
                    <a:spcPts val="0"/>
                  </a:spcAft>
                  <a:buNone/>
                </a:pPr>
                <a:r>
                  <a:t/>
                </a:r>
                <a:endParaRPr sz="2400">
                  <a:solidFill>
                    <a:schemeClr val="lt1"/>
                  </a:solidFill>
                  <a:latin typeface="Times New Roman"/>
                  <a:ea typeface="Times New Roman"/>
                  <a:cs typeface="Times New Roman"/>
                  <a:sym typeface="Times New Roman"/>
                </a:endParaRPr>
              </a:p>
            </p:txBody>
          </p:sp>
          <p:sp>
            <p:nvSpPr>
              <p:cNvPr id="576" name="Google Shape;576;p36"/>
              <p:cNvSpPr/>
              <p:nvPr/>
            </p:nvSpPr>
            <p:spPr>
              <a:xfrm>
                <a:off x="4966" y="3294"/>
                <a:ext cx="136" cy="136"/>
              </a:xfrm>
              <a:prstGeom prst="ellipse">
                <a:avLst/>
              </a:prstGeom>
              <a:solidFill>
                <a:srgbClr val="FFFFFF"/>
              </a:solidFill>
              <a:ln cap="flat" cmpd="sng" w="12700">
                <a:solidFill>
                  <a:srgbClr val="FF0000"/>
                </a:solidFill>
                <a:prstDash val="solid"/>
                <a:round/>
                <a:headEnd len="sm" w="sm" type="none"/>
                <a:tailEnd len="sm" w="sm" type="none"/>
              </a:ln>
            </p:spPr>
            <p:txBody>
              <a:bodyPr anchorCtr="0" anchor="ctr" bIns="45700" lIns="91425" spcFirstLastPara="1" rIns="91425" wrap="square" tIns="45700">
                <a:spAutoFit/>
              </a:bodyPr>
              <a:lstStyle/>
              <a:p>
                <a:pPr indent="0" lvl="0" marL="0" marR="0" rtl="0" algn="ctr">
                  <a:spcBef>
                    <a:spcPts val="0"/>
                  </a:spcBef>
                  <a:spcAft>
                    <a:spcPts val="0"/>
                  </a:spcAft>
                  <a:buNone/>
                </a:pPr>
                <a:r>
                  <a:t/>
                </a:r>
                <a:endParaRPr sz="2400">
                  <a:solidFill>
                    <a:schemeClr val="lt1"/>
                  </a:solidFill>
                  <a:latin typeface="Times New Roman"/>
                  <a:ea typeface="Times New Roman"/>
                  <a:cs typeface="Times New Roman"/>
                  <a:sym typeface="Times New Roman"/>
                </a:endParaRPr>
              </a:p>
            </p:txBody>
          </p:sp>
          <p:sp>
            <p:nvSpPr>
              <p:cNvPr id="577" name="Google Shape;577;p36"/>
              <p:cNvSpPr/>
              <p:nvPr/>
            </p:nvSpPr>
            <p:spPr>
              <a:xfrm>
                <a:off x="5193" y="3203"/>
                <a:ext cx="136" cy="136"/>
              </a:xfrm>
              <a:prstGeom prst="ellipse">
                <a:avLst/>
              </a:prstGeom>
              <a:solidFill>
                <a:srgbClr val="FFFFFF"/>
              </a:solidFill>
              <a:ln cap="flat" cmpd="sng" w="12700">
                <a:solidFill>
                  <a:srgbClr val="FF0000"/>
                </a:solidFill>
                <a:prstDash val="solid"/>
                <a:round/>
                <a:headEnd len="sm" w="sm" type="none"/>
                <a:tailEnd len="sm" w="sm" type="none"/>
              </a:ln>
            </p:spPr>
            <p:txBody>
              <a:bodyPr anchorCtr="0" anchor="ctr" bIns="45700" lIns="91425" spcFirstLastPara="1" rIns="91425" wrap="square" tIns="45700">
                <a:spAutoFit/>
              </a:bodyPr>
              <a:lstStyle/>
              <a:p>
                <a:pPr indent="0" lvl="0" marL="0" marR="0" rtl="0" algn="ctr">
                  <a:spcBef>
                    <a:spcPts val="0"/>
                  </a:spcBef>
                  <a:spcAft>
                    <a:spcPts val="0"/>
                  </a:spcAft>
                  <a:buNone/>
                </a:pPr>
                <a:r>
                  <a:t/>
                </a:r>
                <a:endParaRPr sz="2400">
                  <a:solidFill>
                    <a:schemeClr val="lt1"/>
                  </a:solidFill>
                  <a:latin typeface="Times New Roman"/>
                  <a:ea typeface="Times New Roman"/>
                  <a:cs typeface="Times New Roman"/>
                  <a:sym typeface="Times New Roman"/>
                </a:endParaRPr>
              </a:p>
            </p:txBody>
          </p:sp>
        </p:grpSp>
        <p:cxnSp>
          <p:nvCxnSpPr>
            <p:cNvPr id="578" name="Google Shape;578;p36"/>
            <p:cNvCxnSpPr/>
            <p:nvPr/>
          </p:nvCxnSpPr>
          <p:spPr>
            <a:xfrm>
              <a:off x="2744" y="3430"/>
              <a:ext cx="453" cy="0"/>
            </a:xfrm>
            <a:prstGeom prst="straightConnector1">
              <a:avLst/>
            </a:prstGeom>
            <a:noFill/>
            <a:ln cap="flat" cmpd="sng" w="38100">
              <a:solidFill>
                <a:srgbClr val="FF0000"/>
              </a:solidFill>
              <a:prstDash val="solid"/>
              <a:round/>
              <a:headEnd len="sm" w="sm" type="none"/>
              <a:tailEnd len="lg" w="lg" type="triangle"/>
            </a:ln>
          </p:spPr>
        </p:cxnSp>
        <p:sp>
          <p:nvSpPr>
            <p:cNvPr id="579" name="Google Shape;579;p36"/>
            <p:cNvSpPr txBox="1"/>
            <p:nvPr/>
          </p:nvSpPr>
          <p:spPr>
            <a:xfrm>
              <a:off x="3549" y="2675"/>
              <a:ext cx="536" cy="173"/>
            </a:xfrm>
            <a:prstGeom prst="rect">
              <a:avLst/>
            </a:prstGeom>
            <a:noFill/>
            <a:ln>
              <a:noFill/>
            </a:ln>
          </p:spPr>
          <p:txBody>
            <a:bodyPr anchorCtr="1" anchor="t" bIns="45700" lIns="91425" spcFirstLastPara="1" rIns="91425" wrap="square" tIns="45700">
              <a:spAutoFit/>
            </a:bodyPr>
            <a:lstStyle/>
            <a:p>
              <a:pPr indent="0" lvl="0" marL="0" marR="0" rtl="0" algn="ctr">
                <a:spcBef>
                  <a:spcPts val="0"/>
                </a:spcBef>
                <a:spcAft>
                  <a:spcPts val="0"/>
                </a:spcAft>
                <a:buNone/>
              </a:pPr>
              <a:r>
                <a:rPr lang="en-US" sz="1200">
                  <a:solidFill>
                    <a:schemeClr val="lt1"/>
                  </a:solidFill>
                  <a:latin typeface="Times New Roman"/>
                  <a:ea typeface="Times New Roman"/>
                  <a:cs typeface="Times New Roman"/>
                  <a:sym typeface="Times New Roman"/>
                </a:rPr>
                <a:t>instance of</a:t>
              </a:r>
              <a:endParaRPr/>
            </a:p>
          </p:txBody>
        </p:sp>
        <p:sp>
          <p:nvSpPr>
            <p:cNvPr id="580" name="Google Shape;580;p36"/>
            <p:cNvSpPr txBox="1"/>
            <p:nvPr/>
          </p:nvSpPr>
          <p:spPr>
            <a:xfrm>
              <a:off x="2744" y="3204"/>
              <a:ext cx="434" cy="173"/>
            </a:xfrm>
            <a:prstGeom prst="rect">
              <a:avLst/>
            </a:prstGeom>
            <a:noFill/>
            <a:ln>
              <a:noFill/>
            </a:ln>
          </p:spPr>
          <p:txBody>
            <a:bodyPr anchorCtr="1" anchor="t" bIns="45700" lIns="91425" spcFirstLastPara="1" rIns="91425" wrap="square" tIns="45700">
              <a:spAutoFit/>
            </a:bodyPr>
            <a:lstStyle/>
            <a:p>
              <a:pPr indent="0" lvl="0" marL="0" marR="0" rtl="0" algn="ctr">
                <a:spcBef>
                  <a:spcPts val="0"/>
                </a:spcBef>
                <a:spcAft>
                  <a:spcPts val="0"/>
                </a:spcAft>
                <a:buNone/>
              </a:pPr>
              <a:r>
                <a:rPr lang="en-US" sz="1200">
                  <a:solidFill>
                    <a:schemeClr val="lt1"/>
                  </a:solidFill>
                  <a:latin typeface="Times New Roman"/>
                  <a:ea typeface="Times New Roman"/>
                  <a:cs typeface="Times New Roman"/>
                  <a:sym typeface="Times New Roman"/>
                </a:rPr>
                <a:t>refers to</a:t>
              </a:r>
              <a:endParaRPr/>
            </a:p>
          </p:txBody>
        </p:sp>
      </p:grpSp>
      <p:sp>
        <p:nvSpPr>
          <p:cNvPr id="581" name="Google Shape;581;p36"/>
          <p:cNvSpPr/>
          <p:nvPr/>
        </p:nvSpPr>
        <p:spPr>
          <a:xfrm>
            <a:off x="684231" y="1484325"/>
            <a:ext cx="3019200" cy="396900"/>
          </a:xfrm>
          <a:prstGeom prst="rect">
            <a:avLst/>
          </a:prstGeom>
          <a:noFill/>
          <a:ln>
            <a:noFill/>
          </a:ln>
        </p:spPr>
        <p:txBody>
          <a:bodyPr anchorCtr="1" anchor="t" bIns="45700" lIns="91425" spcFirstLastPara="1" rIns="91425" wrap="square" tIns="45700">
            <a:spAutoFit/>
          </a:bodyPr>
          <a:lstStyle/>
          <a:p>
            <a:pPr indent="0" lvl="0" marL="0" marR="0" rtl="0" algn="ctr">
              <a:spcBef>
                <a:spcPts val="0"/>
              </a:spcBef>
              <a:spcAft>
                <a:spcPts val="0"/>
              </a:spcAft>
              <a:buNone/>
            </a:pPr>
            <a:r>
              <a:rPr b="1" lang="en-US" sz="2000">
                <a:solidFill>
                  <a:schemeClr val="lt1"/>
                </a:solidFill>
                <a:latin typeface="Times New Roman"/>
                <a:ea typeface="Times New Roman"/>
                <a:cs typeface="Times New Roman"/>
                <a:sym typeface="Times New Roman"/>
              </a:rPr>
              <a:t>Flower karanfil;</a:t>
            </a:r>
            <a:endParaRPr/>
          </a:p>
        </p:txBody>
      </p:sp>
      <p:grpSp>
        <p:nvGrpSpPr>
          <p:cNvPr id="582" name="Google Shape;582;p36"/>
          <p:cNvGrpSpPr/>
          <p:nvPr/>
        </p:nvGrpSpPr>
        <p:grpSpPr>
          <a:xfrm>
            <a:off x="2704000" y="2776549"/>
            <a:ext cx="1966425" cy="2857500"/>
            <a:chOff x="1703" y="1749"/>
            <a:chExt cx="1239" cy="1800"/>
          </a:xfrm>
        </p:grpSpPr>
        <p:sp>
          <p:nvSpPr>
            <p:cNvPr id="583" name="Google Shape;583;p36"/>
            <p:cNvSpPr txBox="1"/>
            <p:nvPr/>
          </p:nvSpPr>
          <p:spPr>
            <a:xfrm>
              <a:off x="1703" y="3249"/>
              <a:ext cx="1200" cy="300"/>
            </a:xfrm>
            <a:prstGeom prst="rect">
              <a:avLst/>
            </a:prstGeom>
            <a:noFill/>
            <a:ln>
              <a:noFill/>
            </a:ln>
          </p:spPr>
          <p:txBody>
            <a:bodyPr anchorCtr="1" anchor="t" bIns="45700" lIns="91425" spcFirstLastPara="1" rIns="91425" wrap="square" tIns="45700">
              <a:spAutoFit/>
            </a:bodyPr>
            <a:lstStyle/>
            <a:p>
              <a:pPr indent="0" lvl="0" marL="0" marR="0" rtl="0" algn="ctr">
                <a:spcBef>
                  <a:spcPts val="0"/>
                </a:spcBef>
                <a:spcAft>
                  <a:spcPts val="0"/>
                </a:spcAft>
                <a:buNone/>
              </a:pPr>
              <a:r>
                <a:rPr lang="en-US" sz="2400">
                  <a:solidFill>
                    <a:schemeClr val="lt1"/>
                  </a:solidFill>
                  <a:latin typeface="Times New Roman"/>
                  <a:ea typeface="Times New Roman"/>
                  <a:cs typeface="Times New Roman"/>
                  <a:sym typeface="Times New Roman"/>
                </a:rPr>
                <a:t>karanfil</a:t>
              </a:r>
              <a:endParaRPr/>
            </a:p>
          </p:txBody>
        </p:sp>
        <p:cxnSp>
          <p:nvCxnSpPr>
            <p:cNvPr id="584" name="Google Shape;584;p36"/>
            <p:cNvCxnSpPr>
              <a:stCxn id="583" idx="0"/>
              <a:endCxn id="566" idx="1"/>
            </p:cNvCxnSpPr>
            <p:nvPr/>
          </p:nvCxnSpPr>
          <p:spPr>
            <a:xfrm rot="-5400000">
              <a:off x="1853" y="2199"/>
              <a:ext cx="1500" cy="600"/>
            </a:xfrm>
            <a:prstGeom prst="bentConnector2">
              <a:avLst/>
            </a:prstGeom>
            <a:noFill/>
            <a:ln cap="flat" cmpd="sng" w="38100">
              <a:solidFill>
                <a:srgbClr val="FF0000"/>
              </a:solidFill>
              <a:prstDash val="solid"/>
              <a:miter lim="800000"/>
              <a:headEnd len="sm" w="sm" type="none"/>
              <a:tailEnd len="lg" w="lg" type="triangle"/>
            </a:ln>
          </p:spPr>
        </p:cxnSp>
        <p:sp>
          <p:nvSpPr>
            <p:cNvPr id="585" name="Google Shape;585;p36"/>
            <p:cNvSpPr txBox="1"/>
            <p:nvPr/>
          </p:nvSpPr>
          <p:spPr>
            <a:xfrm>
              <a:off x="2426" y="2568"/>
              <a:ext cx="516" cy="173"/>
            </a:xfrm>
            <a:prstGeom prst="rect">
              <a:avLst/>
            </a:prstGeom>
            <a:noFill/>
            <a:ln>
              <a:noFill/>
            </a:ln>
          </p:spPr>
          <p:txBody>
            <a:bodyPr anchorCtr="1" anchor="t" bIns="45700" lIns="91425" spcFirstLastPara="1" rIns="91425" wrap="square" tIns="45700">
              <a:spAutoFit/>
            </a:bodyPr>
            <a:lstStyle/>
            <a:p>
              <a:pPr indent="0" lvl="0" marL="0" marR="0" rtl="0" algn="ctr">
                <a:spcBef>
                  <a:spcPts val="0"/>
                </a:spcBef>
                <a:spcAft>
                  <a:spcPts val="0"/>
                </a:spcAft>
                <a:buNone/>
              </a:pPr>
              <a:r>
                <a:rPr lang="en-US" sz="1200">
                  <a:solidFill>
                    <a:schemeClr val="lt1"/>
                  </a:solidFill>
                  <a:latin typeface="Times New Roman"/>
                  <a:ea typeface="Times New Roman"/>
                  <a:cs typeface="Times New Roman"/>
                  <a:sym typeface="Times New Roman"/>
                </a:rPr>
                <a:t>is of Class</a:t>
              </a:r>
              <a:endParaRPr/>
            </a:p>
          </p:txBody>
        </p:sp>
      </p:grpSp>
      <p:sp>
        <p:nvSpPr>
          <p:cNvPr id="586" name="Google Shape;586;p36"/>
          <p:cNvSpPr txBox="1"/>
          <p:nvPr>
            <p:ph idx="12" type="sldNum"/>
          </p:nvPr>
        </p:nvSpPr>
        <p:spPr>
          <a:xfrm>
            <a:off x="7092950" y="6248400"/>
            <a:ext cx="1905000" cy="4572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8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2"/>
                                        </p:tgtEl>
                                        <p:attrNameLst>
                                          <p:attrName>style.visibility</p:attrName>
                                        </p:attrNameLst>
                                      </p:cBhvr>
                                      <p:to>
                                        <p:strVal val="visible"/>
                                      </p:to>
                                    </p:set>
                                    <p:animEffect filter="fade" transition="in">
                                      <p:cBhvr>
                                        <p:cTn dur="500"/>
                                        <p:tgtEl>
                                          <p:spTgt spid="58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0"/>
                                        </p:tgtEl>
                                        <p:attrNameLst>
                                          <p:attrName>style.visibility</p:attrName>
                                        </p:attrNameLst>
                                      </p:cBhvr>
                                      <p:to>
                                        <p:strVal val="visible"/>
                                      </p:to>
                                    </p:set>
                                    <p:animEffect filter="fade" transition="in">
                                      <p:cBhvr>
                                        <p:cTn dur="500"/>
                                        <p:tgtEl>
                                          <p:spTgt spid="57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590" name="Shape 590"/>
        <p:cNvGrpSpPr/>
        <p:nvPr/>
      </p:nvGrpSpPr>
      <p:grpSpPr>
        <a:xfrm>
          <a:off x="0" y="0"/>
          <a:ext cx="0" cy="0"/>
          <a:chOff x="0" y="0"/>
          <a:chExt cx="0" cy="0"/>
        </a:xfrm>
      </p:grpSpPr>
      <p:sp>
        <p:nvSpPr>
          <p:cNvPr id="591" name="Google Shape;591;p37"/>
          <p:cNvSpPr txBox="1"/>
          <p:nvPr>
            <p:ph type="title"/>
          </p:nvPr>
        </p:nvSpPr>
        <p:spPr>
          <a:xfrm>
            <a:off x="611188" y="198438"/>
            <a:ext cx="7588250" cy="6858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Basic approach</a:t>
            </a:r>
            <a:endParaRPr/>
          </a:p>
        </p:txBody>
      </p:sp>
      <p:sp>
        <p:nvSpPr>
          <p:cNvPr id="592" name="Google Shape;592;p37"/>
          <p:cNvSpPr txBox="1"/>
          <p:nvPr>
            <p:ph idx="1" type="body"/>
          </p:nvPr>
        </p:nvSpPr>
        <p:spPr>
          <a:xfrm>
            <a:off x="609600" y="1266825"/>
            <a:ext cx="8305800" cy="4905375"/>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800"/>
              <a:buChar char="●"/>
            </a:pPr>
            <a:r>
              <a:rPr lang="en-US"/>
              <a:t>Define class</a:t>
            </a:r>
            <a:endParaRPr/>
          </a:p>
          <a:p>
            <a:pPr indent="-342900" lvl="0" marL="342900" rtl="0" algn="l">
              <a:spcBef>
                <a:spcPts val="480"/>
              </a:spcBef>
              <a:spcAft>
                <a:spcPts val="0"/>
              </a:spcAft>
              <a:buSzPts val="1800"/>
              <a:buChar char="●"/>
            </a:pPr>
            <a:r>
              <a:rPr lang="en-US"/>
              <a:t>Declare objects</a:t>
            </a:r>
            <a:endParaRPr/>
          </a:p>
          <a:p>
            <a:pPr indent="-342900" lvl="0" marL="342900" rtl="0" algn="l">
              <a:spcBef>
                <a:spcPts val="480"/>
              </a:spcBef>
              <a:spcAft>
                <a:spcPts val="0"/>
              </a:spcAft>
              <a:buSzPts val="1800"/>
              <a:buChar char="●"/>
            </a:pPr>
            <a:r>
              <a:rPr lang="en-US"/>
              <a:t>Create objects</a:t>
            </a:r>
            <a:endParaRPr/>
          </a:p>
          <a:p>
            <a:pPr indent="-342900" lvl="0" marL="342900" rtl="0" algn="l">
              <a:spcBef>
                <a:spcPts val="480"/>
              </a:spcBef>
              <a:spcAft>
                <a:spcPts val="0"/>
              </a:spcAft>
              <a:buSzPts val="1800"/>
              <a:buChar char="●"/>
            </a:pPr>
            <a:r>
              <a:rPr lang="en-US"/>
              <a:t>Use objects</a:t>
            </a:r>
            <a:endParaRPr/>
          </a:p>
        </p:txBody>
      </p:sp>
      <p:sp>
        <p:nvSpPr>
          <p:cNvPr id="593" name="Google Shape;593;p37"/>
          <p:cNvSpPr txBox="1"/>
          <p:nvPr>
            <p:ph idx="12" type="sldNum"/>
          </p:nvPr>
        </p:nvSpPr>
        <p:spPr>
          <a:xfrm>
            <a:off x="7092950" y="6248400"/>
            <a:ext cx="1905000" cy="4572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597" name="Shape 597"/>
        <p:cNvGrpSpPr/>
        <p:nvPr/>
      </p:nvGrpSpPr>
      <p:grpSpPr>
        <a:xfrm>
          <a:off x="0" y="0"/>
          <a:ext cx="0" cy="0"/>
          <a:chOff x="0" y="0"/>
          <a:chExt cx="0" cy="0"/>
        </a:xfrm>
      </p:grpSpPr>
      <p:sp>
        <p:nvSpPr>
          <p:cNvPr id="598" name="Google Shape;598;p38"/>
          <p:cNvSpPr txBox="1"/>
          <p:nvPr>
            <p:ph type="title"/>
          </p:nvPr>
        </p:nvSpPr>
        <p:spPr>
          <a:xfrm>
            <a:off x="611188" y="198438"/>
            <a:ext cx="7588250" cy="6858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Using objects</a:t>
            </a:r>
            <a:endParaRPr/>
          </a:p>
        </p:txBody>
      </p:sp>
      <p:sp>
        <p:nvSpPr>
          <p:cNvPr id="599" name="Google Shape;599;p38"/>
          <p:cNvSpPr txBox="1"/>
          <p:nvPr>
            <p:ph idx="1" type="body"/>
          </p:nvPr>
        </p:nvSpPr>
        <p:spPr>
          <a:xfrm>
            <a:off x="323850" y="1268413"/>
            <a:ext cx="8305800" cy="4905375"/>
          </a:xfrm>
          <a:prstGeom prst="rect">
            <a:avLst/>
          </a:prstGeom>
          <a:noFill/>
          <a:ln>
            <a:noFill/>
          </a:ln>
        </p:spPr>
        <p:txBody>
          <a:bodyPr anchorCtr="0" anchor="t" bIns="45700" lIns="91425" spcFirstLastPara="1" rIns="91425" wrap="square" tIns="45700">
            <a:noAutofit/>
          </a:bodyPr>
          <a:lstStyle/>
          <a:p>
            <a:pPr indent="-285750" lvl="1" marL="742950" rtl="0" algn="l">
              <a:spcBef>
                <a:spcPts val="0"/>
              </a:spcBef>
              <a:spcAft>
                <a:spcPts val="0"/>
              </a:spcAft>
              <a:buSzPts val="2400"/>
              <a:buFont typeface="Times New Roman"/>
              <a:buChar char="•"/>
            </a:pPr>
            <a:r>
              <a:rPr lang="en-US" sz="2400"/>
              <a:t>The way you work with objects is to send them messages</a:t>
            </a:r>
            <a:endParaRPr/>
          </a:p>
          <a:p>
            <a:pPr indent="-285750" lvl="1" marL="742950" rtl="0" algn="l">
              <a:spcBef>
                <a:spcPts val="480"/>
              </a:spcBef>
              <a:spcAft>
                <a:spcPts val="0"/>
              </a:spcAft>
              <a:buSzPts val="2400"/>
              <a:buFont typeface="Times New Roman"/>
              <a:buChar char="•"/>
            </a:pPr>
            <a:r>
              <a:rPr lang="en-US" sz="2400"/>
              <a:t>Most statements using objects have the following structure</a:t>
            </a:r>
            <a:endParaRPr/>
          </a:p>
          <a:p>
            <a:pPr indent="-285750" lvl="1" marL="742950" rtl="0" algn="l">
              <a:spcBef>
                <a:spcPts val="480"/>
              </a:spcBef>
              <a:spcAft>
                <a:spcPts val="0"/>
              </a:spcAft>
              <a:buSzPts val="2400"/>
              <a:buFont typeface="Times New Roman"/>
              <a:buNone/>
            </a:pPr>
            <a:r>
              <a:rPr lang="en-US" sz="2400"/>
              <a:t>   			</a:t>
            </a:r>
            <a:r>
              <a:rPr lang="en-US" sz="2400">
                <a:solidFill>
                  <a:schemeClr val="lt1"/>
                </a:solidFill>
              </a:rPr>
              <a:t>object.method</a:t>
            </a:r>
            <a:endParaRPr/>
          </a:p>
          <a:p>
            <a:pPr indent="-228600" lvl="2" marL="1143000" rtl="0" algn="l">
              <a:spcBef>
                <a:spcPts val="400"/>
              </a:spcBef>
              <a:spcAft>
                <a:spcPts val="0"/>
              </a:spcAft>
              <a:buSzPts val="2000"/>
              <a:buFont typeface="Times New Roman"/>
              <a:buChar char="–"/>
            </a:pPr>
            <a:r>
              <a:rPr lang="en-US" sz="2000"/>
              <a:t>for example:  </a:t>
            </a:r>
            <a:r>
              <a:rPr lang="en-US" sz="2000">
                <a:solidFill>
                  <a:schemeClr val="lt1"/>
                </a:solidFill>
              </a:rPr>
              <a:t>thisPerson.setAge(24);</a:t>
            </a:r>
            <a:endParaRPr/>
          </a:p>
          <a:p>
            <a:pPr indent="-285750" lvl="1" marL="742950" rtl="0" algn="l">
              <a:spcBef>
                <a:spcPts val="480"/>
              </a:spcBef>
              <a:spcAft>
                <a:spcPts val="0"/>
              </a:spcAft>
              <a:buSzPts val="2400"/>
              <a:buFont typeface="Times New Roman"/>
              <a:buChar char="•"/>
            </a:pPr>
            <a:r>
              <a:rPr lang="en-US" sz="2400"/>
              <a:t>This means</a:t>
            </a:r>
            <a:endParaRPr/>
          </a:p>
          <a:p>
            <a:pPr indent="-228600" lvl="2" marL="1143000" rtl="0" algn="l">
              <a:spcBef>
                <a:spcPts val="400"/>
              </a:spcBef>
              <a:spcAft>
                <a:spcPts val="0"/>
              </a:spcAft>
              <a:buSzPts val="2000"/>
              <a:buFont typeface="Times New Roman"/>
              <a:buChar char="–"/>
            </a:pPr>
            <a:r>
              <a:rPr lang="en-US" sz="2000"/>
              <a:t>the object whose name is </a:t>
            </a:r>
            <a:r>
              <a:rPr lang="en-US" sz="2000" u="sng"/>
              <a:t>thisPerson</a:t>
            </a:r>
            <a:endParaRPr sz="2000"/>
          </a:p>
          <a:p>
            <a:pPr indent="-228600" lvl="2" marL="1143000" rtl="0" algn="l">
              <a:spcBef>
                <a:spcPts val="400"/>
              </a:spcBef>
              <a:spcAft>
                <a:spcPts val="0"/>
              </a:spcAft>
              <a:buSzPts val="2000"/>
              <a:buFont typeface="Times New Roman"/>
              <a:buChar char="–"/>
            </a:pPr>
            <a:r>
              <a:rPr lang="en-US" sz="2000"/>
              <a:t>is sent the message </a:t>
            </a:r>
            <a:r>
              <a:rPr lang="en-US" sz="2000" u="sng"/>
              <a:t>setAge()</a:t>
            </a:r>
            <a:endParaRPr/>
          </a:p>
          <a:p>
            <a:pPr indent="-228600" lvl="2" marL="1143000" rtl="0" algn="l">
              <a:spcBef>
                <a:spcPts val="400"/>
              </a:spcBef>
              <a:spcAft>
                <a:spcPts val="0"/>
              </a:spcAft>
              <a:buSzPts val="2000"/>
              <a:buFont typeface="Times New Roman"/>
              <a:buChar char="–"/>
            </a:pPr>
            <a:r>
              <a:rPr lang="en-US" sz="2000"/>
              <a:t>along with the "value" 24</a:t>
            </a:r>
            <a:endParaRPr/>
          </a:p>
          <a:p>
            <a:pPr indent="-285750" lvl="1" marL="742950" rtl="0" algn="l">
              <a:spcBef>
                <a:spcPts val="560"/>
              </a:spcBef>
              <a:spcAft>
                <a:spcPts val="0"/>
              </a:spcAft>
              <a:buSzPts val="2400"/>
              <a:buFont typeface="Times New Roman"/>
              <a:buChar char="•"/>
            </a:pPr>
            <a:r>
              <a:rPr lang="en-US" sz="2400"/>
              <a:t>The effect of this is to set the person's age to be 24 years old</a:t>
            </a:r>
            <a:r>
              <a:rPr lang="en-US" sz="2800"/>
              <a:t> </a:t>
            </a:r>
            <a:endParaRPr sz="1800"/>
          </a:p>
        </p:txBody>
      </p:sp>
      <p:sp>
        <p:nvSpPr>
          <p:cNvPr id="600" name="Google Shape;600;p38"/>
          <p:cNvSpPr txBox="1"/>
          <p:nvPr>
            <p:ph idx="12" type="sldNum"/>
          </p:nvPr>
        </p:nvSpPr>
        <p:spPr>
          <a:xfrm>
            <a:off x="7092950" y="6248400"/>
            <a:ext cx="1905000" cy="4572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605" name="Shape 605"/>
        <p:cNvGrpSpPr/>
        <p:nvPr/>
      </p:nvGrpSpPr>
      <p:grpSpPr>
        <a:xfrm>
          <a:off x="0" y="0"/>
          <a:ext cx="0" cy="0"/>
          <a:chOff x="0" y="0"/>
          <a:chExt cx="0" cy="0"/>
        </a:xfrm>
      </p:grpSpPr>
      <p:sp>
        <p:nvSpPr>
          <p:cNvPr id="606" name="Google Shape;606;p39"/>
          <p:cNvSpPr txBox="1"/>
          <p:nvPr>
            <p:ph type="title"/>
          </p:nvPr>
        </p:nvSpPr>
        <p:spPr>
          <a:xfrm>
            <a:off x="611188" y="198438"/>
            <a:ext cx="7588250" cy="6858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Example</a:t>
            </a:r>
            <a:endParaRPr/>
          </a:p>
        </p:txBody>
      </p:sp>
      <p:grpSp>
        <p:nvGrpSpPr>
          <p:cNvPr id="607" name="Google Shape;607;p39"/>
          <p:cNvGrpSpPr/>
          <p:nvPr/>
        </p:nvGrpSpPr>
        <p:grpSpPr>
          <a:xfrm>
            <a:off x="6084888" y="1773238"/>
            <a:ext cx="1801812" cy="2016125"/>
            <a:chOff x="1701" y="1162"/>
            <a:chExt cx="1996" cy="2267"/>
          </a:xfrm>
        </p:grpSpPr>
        <p:sp>
          <p:nvSpPr>
            <p:cNvPr id="608" name="Google Shape;608;p39"/>
            <p:cNvSpPr/>
            <p:nvPr/>
          </p:nvSpPr>
          <p:spPr>
            <a:xfrm>
              <a:off x="1701" y="1162"/>
              <a:ext cx="1996" cy="408"/>
            </a:xfrm>
            <a:prstGeom prst="rect">
              <a:avLst/>
            </a:prstGeom>
            <a:solidFill>
              <a:schemeClr val="accent1"/>
            </a:solidFill>
            <a:ln cap="flat" cmpd="sng" w="12700">
              <a:solidFill>
                <a:srgbClr val="FF33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Times New Roman"/>
                  <a:ea typeface="Times New Roman"/>
                  <a:cs typeface="Times New Roman"/>
                  <a:sym typeface="Times New Roman"/>
                </a:rPr>
                <a:t>Person</a:t>
              </a:r>
              <a:endParaRPr/>
            </a:p>
          </p:txBody>
        </p:sp>
        <p:sp>
          <p:nvSpPr>
            <p:cNvPr id="609" name="Google Shape;609;p39"/>
            <p:cNvSpPr/>
            <p:nvPr/>
          </p:nvSpPr>
          <p:spPr>
            <a:xfrm>
              <a:off x="1701" y="1570"/>
              <a:ext cx="1996" cy="817"/>
            </a:xfrm>
            <a:prstGeom prst="rect">
              <a:avLst/>
            </a:prstGeom>
            <a:solidFill>
              <a:schemeClr val="accent1"/>
            </a:solidFill>
            <a:ln cap="flat" cmpd="sng" w="12700">
              <a:solidFill>
                <a:srgbClr val="FF33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400">
                  <a:solidFill>
                    <a:srgbClr val="000066"/>
                  </a:solidFill>
                  <a:latin typeface="Times New Roman"/>
                  <a:ea typeface="Times New Roman"/>
                  <a:cs typeface="Times New Roman"/>
                  <a:sym typeface="Times New Roman"/>
                </a:rPr>
                <a:t>String name</a:t>
              </a:r>
              <a:endParaRPr/>
            </a:p>
            <a:p>
              <a:pPr indent="0" lvl="0" marL="0" marR="0" rtl="0" algn="ctr">
                <a:spcBef>
                  <a:spcPts val="0"/>
                </a:spcBef>
                <a:spcAft>
                  <a:spcPts val="0"/>
                </a:spcAft>
                <a:buNone/>
              </a:pPr>
              <a:r>
                <a:rPr lang="en-US" sz="1400">
                  <a:solidFill>
                    <a:srgbClr val="000066"/>
                  </a:solidFill>
                  <a:latin typeface="Times New Roman"/>
                  <a:ea typeface="Times New Roman"/>
                  <a:cs typeface="Times New Roman"/>
                  <a:sym typeface="Times New Roman"/>
                </a:rPr>
                <a:t>String birthDate</a:t>
              </a:r>
              <a:endParaRPr/>
            </a:p>
            <a:p>
              <a:pPr indent="0" lvl="0" marL="0" marR="0" rtl="0" algn="ctr">
                <a:spcBef>
                  <a:spcPts val="0"/>
                </a:spcBef>
                <a:spcAft>
                  <a:spcPts val="0"/>
                </a:spcAft>
                <a:buNone/>
              </a:pPr>
              <a:r>
                <a:rPr lang="en-US" sz="1400">
                  <a:solidFill>
                    <a:srgbClr val="000066"/>
                  </a:solidFill>
                  <a:latin typeface="Times New Roman"/>
                  <a:ea typeface="Times New Roman"/>
                  <a:cs typeface="Times New Roman"/>
                  <a:sym typeface="Times New Roman"/>
                </a:rPr>
                <a:t>int age</a:t>
              </a:r>
              <a:endParaRPr/>
            </a:p>
          </p:txBody>
        </p:sp>
        <p:sp>
          <p:nvSpPr>
            <p:cNvPr id="610" name="Google Shape;610;p39"/>
            <p:cNvSpPr/>
            <p:nvPr/>
          </p:nvSpPr>
          <p:spPr>
            <a:xfrm>
              <a:off x="1701" y="2387"/>
              <a:ext cx="1996" cy="1042"/>
            </a:xfrm>
            <a:prstGeom prst="rect">
              <a:avLst/>
            </a:prstGeom>
            <a:solidFill>
              <a:schemeClr val="accent1"/>
            </a:solidFill>
            <a:ln cap="flat" cmpd="sng" w="12700">
              <a:solidFill>
                <a:srgbClr val="FF33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400">
                  <a:solidFill>
                    <a:srgbClr val="000066"/>
                  </a:solidFill>
                  <a:latin typeface="Times New Roman"/>
                  <a:ea typeface="Times New Roman"/>
                  <a:cs typeface="Times New Roman"/>
                  <a:sym typeface="Times New Roman"/>
                </a:rPr>
                <a:t>setName(String name)</a:t>
              </a:r>
              <a:endParaRPr/>
            </a:p>
            <a:p>
              <a:pPr indent="0" lvl="0" marL="0" marR="0" rtl="0" algn="ctr">
                <a:spcBef>
                  <a:spcPts val="0"/>
                </a:spcBef>
                <a:spcAft>
                  <a:spcPts val="0"/>
                </a:spcAft>
                <a:buNone/>
              </a:pPr>
              <a:r>
                <a:rPr lang="en-US" sz="1400">
                  <a:solidFill>
                    <a:srgbClr val="000066"/>
                  </a:solidFill>
                  <a:latin typeface="Times New Roman"/>
                  <a:ea typeface="Times New Roman"/>
                  <a:cs typeface="Times New Roman"/>
                  <a:sym typeface="Times New Roman"/>
                </a:rPr>
                <a:t>setAge(int age)</a:t>
              </a:r>
              <a:endParaRPr/>
            </a:p>
            <a:p>
              <a:pPr indent="0" lvl="0" marL="0" marR="0" rtl="0" algn="ctr">
                <a:spcBef>
                  <a:spcPts val="0"/>
                </a:spcBef>
                <a:spcAft>
                  <a:spcPts val="0"/>
                </a:spcAft>
                <a:buNone/>
              </a:pPr>
              <a:r>
                <a:rPr lang="en-US" sz="1400">
                  <a:solidFill>
                    <a:srgbClr val="000066"/>
                  </a:solidFill>
                  <a:latin typeface="Times New Roman"/>
                  <a:ea typeface="Times New Roman"/>
                  <a:cs typeface="Times New Roman"/>
                  <a:sym typeface="Times New Roman"/>
                </a:rPr>
                <a:t>getName()</a:t>
              </a:r>
              <a:endParaRPr/>
            </a:p>
            <a:p>
              <a:pPr indent="0" lvl="0" marL="0" marR="0" rtl="0" algn="ctr">
                <a:spcBef>
                  <a:spcPts val="0"/>
                </a:spcBef>
                <a:spcAft>
                  <a:spcPts val="0"/>
                </a:spcAft>
                <a:buNone/>
              </a:pPr>
              <a:r>
                <a:rPr lang="en-US" sz="1400">
                  <a:solidFill>
                    <a:srgbClr val="000066"/>
                  </a:solidFill>
                  <a:latin typeface="Times New Roman"/>
                  <a:ea typeface="Times New Roman"/>
                  <a:cs typeface="Times New Roman"/>
                  <a:sym typeface="Times New Roman"/>
                </a:rPr>
                <a:t>….</a:t>
              </a:r>
              <a:endParaRPr/>
            </a:p>
          </p:txBody>
        </p:sp>
      </p:grpSp>
      <p:cxnSp>
        <p:nvCxnSpPr>
          <p:cNvPr id="611" name="Google Shape;611;p39"/>
          <p:cNvCxnSpPr/>
          <p:nvPr/>
        </p:nvCxnSpPr>
        <p:spPr>
          <a:xfrm rot="10800000">
            <a:off x="7019925" y="3789363"/>
            <a:ext cx="0" cy="720725"/>
          </a:xfrm>
          <a:prstGeom prst="straightConnector1">
            <a:avLst/>
          </a:prstGeom>
          <a:noFill/>
          <a:ln cap="flat" cmpd="sng" w="57150">
            <a:solidFill>
              <a:srgbClr val="FF0000"/>
            </a:solidFill>
            <a:prstDash val="solid"/>
            <a:round/>
            <a:headEnd len="sm" w="sm" type="none"/>
            <a:tailEnd len="lg" w="lg" type="triangle"/>
          </a:ln>
        </p:spPr>
      </p:cxnSp>
      <p:sp>
        <p:nvSpPr>
          <p:cNvPr id="612" name="Google Shape;612;p39"/>
          <p:cNvSpPr txBox="1"/>
          <p:nvPr/>
        </p:nvSpPr>
        <p:spPr>
          <a:xfrm>
            <a:off x="4575720" y="5086350"/>
            <a:ext cx="1152600" cy="461700"/>
          </a:xfrm>
          <a:prstGeom prst="rect">
            <a:avLst/>
          </a:prstGeom>
          <a:noFill/>
          <a:ln>
            <a:noFill/>
          </a:ln>
        </p:spPr>
        <p:txBody>
          <a:bodyPr anchorCtr="1" anchor="t" bIns="45700" lIns="91425" spcFirstLastPara="1" rIns="91425" wrap="square" tIns="45700">
            <a:spAutoFit/>
          </a:bodyPr>
          <a:lstStyle/>
          <a:p>
            <a:pPr indent="0" lvl="0" marL="0" marR="0" rtl="0" algn="ctr">
              <a:spcBef>
                <a:spcPts val="0"/>
              </a:spcBef>
              <a:spcAft>
                <a:spcPts val="0"/>
              </a:spcAft>
              <a:buNone/>
            </a:pPr>
            <a:r>
              <a:rPr lang="en-US" sz="2400">
                <a:solidFill>
                  <a:schemeClr val="lt1"/>
                </a:solidFill>
                <a:latin typeface="Times New Roman"/>
                <a:ea typeface="Times New Roman"/>
                <a:cs typeface="Times New Roman"/>
                <a:sym typeface="Times New Roman"/>
              </a:rPr>
              <a:t>Ishrak</a:t>
            </a:r>
            <a:endParaRPr sz="2400">
              <a:solidFill>
                <a:schemeClr val="lt1"/>
              </a:solidFill>
              <a:latin typeface="Times New Roman"/>
              <a:ea typeface="Times New Roman"/>
              <a:cs typeface="Times New Roman"/>
              <a:sym typeface="Times New Roman"/>
            </a:endParaRPr>
          </a:p>
        </p:txBody>
      </p:sp>
      <p:sp>
        <p:nvSpPr>
          <p:cNvPr id="613" name="Google Shape;613;p39"/>
          <p:cNvSpPr txBox="1"/>
          <p:nvPr/>
        </p:nvSpPr>
        <p:spPr>
          <a:xfrm>
            <a:off x="6659563" y="1270000"/>
            <a:ext cx="733425" cy="396875"/>
          </a:xfrm>
          <a:prstGeom prst="rect">
            <a:avLst/>
          </a:prstGeom>
          <a:solidFill>
            <a:schemeClr val="hlink"/>
          </a:solidFill>
          <a:ln>
            <a:noFill/>
          </a:ln>
        </p:spPr>
        <p:txBody>
          <a:bodyPr anchorCtr="1" anchor="t" bIns="45700" lIns="91425" spcFirstLastPara="1" rIns="91425" wrap="square" tIns="45700">
            <a:spAutoFit/>
          </a:bodyPr>
          <a:lstStyle/>
          <a:p>
            <a:pPr indent="0" lvl="0" marL="0" marR="0" rtl="0" algn="ctr">
              <a:spcBef>
                <a:spcPts val="0"/>
              </a:spcBef>
              <a:spcAft>
                <a:spcPts val="0"/>
              </a:spcAft>
              <a:buNone/>
            </a:pPr>
            <a:r>
              <a:rPr lang="en-US" sz="2000">
                <a:solidFill>
                  <a:srgbClr val="FF3300"/>
                </a:solidFill>
                <a:latin typeface="Times New Roman"/>
                <a:ea typeface="Times New Roman"/>
                <a:cs typeface="Times New Roman"/>
                <a:sym typeface="Times New Roman"/>
              </a:rPr>
              <a:t>Class</a:t>
            </a:r>
            <a:endParaRPr/>
          </a:p>
        </p:txBody>
      </p:sp>
      <p:sp>
        <p:nvSpPr>
          <p:cNvPr id="614" name="Google Shape;614;p39"/>
          <p:cNvSpPr txBox="1"/>
          <p:nvPr/>
        </p:nvSpPr>
        <p:spPr>
          <a:xfrm>
            <a:off x="6813550" y="5949950"/>
            <a:ext cx="860425" cy="396875"/>
          </a:xfrm>
          <a:prstGeom prst="rect">
            <a:avLst/>
          </a:prstGeom>
          <a:solidFill>
            <a:schemeClr val="hlink"/>
          </a:solidFill>
          <a:ln>
            <a:noFill/>
          </a:ln>
        </p:spPr>
        <p:txBody>
          <a:bodyPr anchorCtr="1" anchor="t" bIns="45700" lIns="91425" spcFirstLastPara="1" rIns="91425" wrap="square" tIns="45700">
            <a:spAutoFit/>
          </a:bodyPr>
          <a:lstStyle/>
          <a:p>
            <a:pPr indent="0" lvl="0" marL="0" marR="0" rtl="0" algn="ctr">
              <a:spcBef>
                <a:spcPts val="0"/>
              </a:spcBef>
              <a:spcAft>
                <a:spcPts val="0"/>
              </a:spcAft>
              <a:buNone/>
            </a:pPr>
            <a:r>
              <a:rPr lang="en-US" sz="2000">
                <a:solidFill>
                  <a:srgbClr val="FF3300"/>
                </a:solidFill>
                <a:latin typeface="Times New Roman"/>
                <a:ea typeface="Times New Roman"/>
                <a:cs typeface="Times New Roman"/>
                <a:sym typeface="Times New Roman"/>
              </a:rPr>
              <a:t>Object</a:t>
            </a:r>
            <a:endParaRPr/>
          </a:p>
        </p:txBody>
      </p:sp>
      <p:sp>
        <p:nvSpPr>
          <p:cNvPr id="615" name="Google Shape;615;p39"/>
          <p:cNvSpPr/>
          <p:nvPr/>
        </p:nvSpPr>
        <p:spPr>
          <a:xfrm>
            <a:off x="6443663" y="4510088"/>
            <a:ext cx="1152525" cy="1223962"/>
          </a:xfrm>
          <a:prstGeom prst="ellipse">
            <a:avLst/>
          </a:prstGeom>
          <a:solidFill>
            <a:srgbClr val="FF9933"/>
          </a:solid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t/>
            </a:r>
            <a:endParaRPr sz="2400">
              <a:solidFill>
                <a:schemeClr val="lt1"/>
              </a:solidFill>
              <a:latin typeface="Times New Roman"/>
              <a:ea typeface="Times New Roman"/>
              <a:cs typeface="Times New Roman"/>
              <a:sym typeface="Times New Roman"/>
            </a:endParaRPr>
          </a:p>
        </p:txBody>
      </p:sp>
      <p:sp>
        <p:nvSpPr>
          <p:cNvPr id="616" name="Google Shape;616;p39"/>
          <p:cNvSpPr/>
          <p:nvPr/>
        </p:nvSpPr>
        <p:spPr>
          <a:xfrm>
            <a:off x="6659563" y="5086350"/>
            <a:ext cx="215900" cy="215900"/>
          </a:xfrm>
          <a:prstGeom prst="ellipse">
            <a:avLst/>
          </a:prstGeom>
          <a:solidFill>
            <a:srgbClr val="FFFFFF"/>
          </a:solidFill>
          <a:ln cap="flat" cmpd="sng" w="12700">
            <a:solidFill>
              <a:srgbClr val="FF0000"/>
            </a:solidFill>
            <a:prstDash val="solid"/>
            <a:round/>
            <a:headEnd len="sm" w="sm" type="none"/>
            <a:tailEnd len="sm" w="sm" type="none"/>
          </a:ln>
        </p:spPr>
        <p:txBody>
          <a:bodyPr anchorCtr="0" anchor="ctr" bIns="45700" lIns="91425" spcFirstLastPara="1" rIns="91425" wrap="square" tIns="45700">
            <a:spAutoFit/>
          </a:bodyPr>
          <a:lstStyle/>
          <a:p>
            <a:pPr indent="0" lvl="0" marL="0" marR="0" rtl="0" algn="ctr">
              <a:spcBef>
                <a:spcPts val="0"/>
              </a:spcBef>
              <a:spcAft>
                <a:spcPts val="0"/>
              </a:spcAft>
              <a:buNone/>
            </a:pPr>
            <a:r>
              <a:t/>
            </a:r>
            <a:endParaRPr sz="2400">
              <a:solidFill>
                <a:schemeClr val="lt1"/>
              </a:solidFill>
              <a:latin typeface="Times New Roman"/>
              <a:ea typeface="Times New Roman"/>
              <a:cs typeface="Times New Roman"/>
              <a:sym typeface="Times New Roman"/>
            </a:endParaRPr>
          </a:p>
        </p:txBody>
      </p:sp>
      <p:sp>
        <p:nvSpPr>
          <p:cNvPr id="617" name="Google Shape;617;p39"/>
          <p:cNvSpPr/>
          <p:nvPr/>
        </p:nvSpPr>
        <p:spPr>
          <a:xfrm>
            <a:off x="6875463" y="5302250"/>
            <a:ext cx="215900" cy="215900"/>
          </a:xfrm>
          <a:prstGeom prst="ellipse">
            <a:avLst/>
          </a:prstGeom>
          <a:solidFill>
            <a:srgbClr val="FFFFFF"/>
          </a:solidFill>
          <a:ln cap="flat" cmpd="sng" w="12700">
            <a:solidFill>
              <a:srgbClr val="FF0000"/>
            </a:solidFill>
            <a:prstDash val="solid"/>
            <a:round/>
            <a:headEnd len="sm" w="sm" type="none"/>
            <a:tailEnd len="sm" w="sm" type="none"/>
          </a:ln>
        </p:spPr>
        <p:txBody>
          <a:bodyPr anchorCtr="0" anchor="ctr" bIns="45700" lIns="91425" spcFirstLastPara="1" rIns="91425" wrap="square" tIns="45700">
            <a:spAutoFit/>
          </a:bodyPr>
          <a:lstStyle/>
          <a:p>
            <a:pPr indent="0" lvl="0" marL="0" marR="0" rtl="0" algn="ctr">
              <a:spcBef>
                <a:spcPts val="0"/>
              </a:spcBef>
              <a:spcAft>
                <a:spcPts val="0"/>
              </a:spcAft>
              <a:buNone/>
            </a:pPr>
            <a:r>
              <a:t/>
            </a:r>
            <a:endParaRPr sz="2400">
              <a:solidFill>
                <a:schemeClr val="lt1"/>
              </a:solidFill>
              <a:latin typeface="Times New Roman"/>
              <a:ea typeface="Times New Roman"/>
              <a:cs typeface="Times New Roman"/>
              <a:sym typeface="Times New Roman"/>
            </a:endParaRPr>
          </a:p>
        </p:txBody>
      </p:sp>
      <p:cxnSp>
        <p:nvCxnSpPr>
          <p:cNvPr id="618" name="Google Shape;618;p39"/>
          <p:cNvCxnSpPr>
            <a:stCxn id="612" idx="0"/>
            <a:endCxn id="609" idx="1"/>
          </p:cNvCxnSpPr>
          <p:nvPr/>
        </p:nvCxnSpPr>
        <p:spPr>
          <a:xfrm rot="-5400000">
            <a:off x="4325070" y="3326400"/>
            <a:ext cx="2586900" cy="933000"/>
          </a:xfrm>
          <a:prstGeom prst="bentConnector2">
            <a:avLst/>
          </a:prstGeom>
          <a:noFill/>
          <a:ln cap="flat" cmpd="sng" w="38100">
            <a:solidFill>
              <a:srgbClr val="FF0000"/>
            </a:solidFill>
            <a:prstDash val="solid"/>
            <a:miter lim="800000"/>
            <a:headEnd len="sm" w="sm" type="none"/>
            <a:tailEnd len="lg" w="lg" type="triangle"/>
          </a:ln>
        </p:spPr>
      </p:cxnSp>
      <p:cxnSp>
        <p:nvCxnSpPr>
          <p:cNvPr id="619" name="Google Shape;619;p39"/>
          <p:cNvCxnSpPr/>
          <p:nvPr/>
        </p:nvCxnSpPr>
        <p:spPr>
          <a:xfrm>
            <a:off x="5724525" y="5373688"/>
            <a:ext cx="719138" cy="0"/>
          </a:xfrm>
          <a:prstGeom prst="straightConnector1">
            <a:avLst/>
          </a:prstGeom>
          <a:noFill/>
          <a:ln cap="flat" cmpd="sng" w="38100">
            <a:solidFill>
              <a:srgbClr val="FF0000"/>
            </a:solidFill>
            <a:prstDash val="solid"/>
            <a:round/>
            <a:headEnd len="sm" w="sm" type="none"/>
            <a:tailEnd len="lg" w="lg" type="triangle"/>
          </a:ln>
        </p:spPr>
      </p:cxnSp>
      <p:sp>
        <p:nvSpPr>
          <p:cNvPr id="620" name="Google Shape;620;p39"/>
          <p:cNvSpPr txBox="1"/>
          <p:nvPr/>
        </p:nvSpPr>
        <p:spPr>
          <a:xfrm>
            <a:off x="7002463" y="4175125"/>
            <a:ext cx="850900" cy="274638"/>
          </a:xfrm>
          <a:prstGeom prst="rect">
            <a:avLst/>
          </a:prstGeom>
          <a:noFill/>
          <a:ln>
            <a:noFill/>
          </a:ln>
        </p:spPr>
        <p:txBody>
          <a:bodyPr anchorCtr="1" anchor="t" bIns="45700" lIns="91425" spcFirstLastPara="1" rIns="91425" wrap="square" tIns="45700">
            <a:spAutoFit/>
          </a:bodyPr>
          <a:lstStyle/>
          <a:p>
            <a:pPr indent="0" lvl="0" marL="0" marR="0" rtl="0" algn="ctr">
              <a:spcBef>
                <a:spcPts val="0"/>
              </a:spcBef>
              <a:spcAft>
                <a:spcPts val="0"/>
              </a:spcAft>
              <a:buNone/>
            </a:pPr>
            <a:r>
              <a:rPr lang="en-US" sz="1200">
                <a:solidFill>
                  <a:schemeClr val="lt1"/>
                </a:solidFill>
                <a:latin typeface="Times New Roman"/>
                <a:ea typeface="Times New Roman"/>
                <a:cs typeface="Times New Roman"/>
                <a:sym typeface="Times New Roman"/>
              </a:rPr>
              <a:t>instance of</a:t>
            </a:r>
            <a:endParaRPr/>
          </a:p>
        </p:txBody>
      </p:sp>
      <p:sp>
        <p:nvSpPr>
          <p:cNvPr id="621" name="Google Shape;621;p39"/>
          <p:cNvSpPr txBox="1"/>
          <p:nvPr/>
        </p:nvSpPr>
        <p:spPr>
          <a:xfrm>
            <a:off x="5724525" y="5014913"/>
            <a:ext cx="688975" cy="274637"/>
          </a:xfrm>
          <a:prstGeom prst="rect">
            <a:avLst/>
          </a:prstGeom>
          <a:noFill/>
          <a:ln>
            <a:noFill/>
          </a:ln>
        </p:spPr>
        <p:txBody>
          <a:bodyPr anchorCtr="1" anchor="t" bIns="45700" lIns="91425" spcFirstLastPara="1" rIns="91425" wrap="square" tIns="45700">
            <a:spAutoFit/>
          </a:bodyPr>
          <a:lstStyle/>
          <a:p>
            <a:pPr indent="0" lvl="0" marL="0" marR="0" rtl="0" algn="ctr">
              <a:spcBef>
                <a:spcPts val="0"/>
              </a:spcBef>
              <a:spcAft>
                <a:spcPts val="0"/>
              </a:spcAft>
              <a:buNone/>
            </a:pPr>
            <a:r>
              <a:rPr lang="en-US" sz="1200">
                <a:solidFill>
                  <a:schemeClr val="lt1"/>
                </a:solidFill>
                <a:latin typeface="Times New Roman"/>
                <a:ea typeface="Times New Roman"/>
                <a:cs typeface="Times New Roman"/>
                <a:sym typeface="Times New Roman"/>
              </a:rPr>
              <a:t>refers to</a:t>
            </a:r>
            <a:endParaRPr/>
          </a:p>
        </p:txBody>
      </p:sp>
      <p:sp>
        <p:nvSpPr>
          <p:cNvPr id="622" name="Google Shape;622;p39"/>
          <p:cNvSpPr txBox="1"/>
          <p:nvPr/>
        </p:nvSpPr>
        <p:spPr>
          <a:xfrm>
            <a:off x="5435600" y="4006850"/>
            <a:ext cx="819150" cy="274638"/>
          </a:xfrm>
          <a:prstGeom prst="rect">
            <a:avLst/>
          </a:prstGeom>
          <a:noFill/>
          <a:ln>
            <a:noFill/>
          </a:ln>
        </p:spPr>
        <p:txBody>
          <a:bodyPr anchorCtr="1" anchor="t" bIns="45700" lIns="91425" spcFirstLastPara="1" rIns="91425" wrap="square" tIns="45700">
            <a:spAutoFit/>
          </a:bodyPr>
          <a:lstStyle/>
          <a:p>
            <a:pPr indent="0" lvl="0" marL="0" marR="0" rtl="0" algn="ctr">
              <a:spcBef>
                <a:spcPts val="0"/>
              </a:spcBef>
              <a:spcAft>
                <a:spcPts val="0"/>
              </a:spcAft>
              <a:buNone/>
            </a:pPr>
            <a:r>
              <a:rPr lang="en-US" sz="1200">
                <a:solidFill>
                  <a:schemeClr val="lt1"/>
                </a:solidFill>
                <a:latin typeface="Times New Roman"/>
                <a:ea typeface="Times New Roman"/>
                <a:cs typeface="Times New Roman"/>
                <a:sym typeface="Times New Roman"/>
              </a:rPr>
              <a:t>is of Class</a:t>
            </a:r>
            <a:endParaRPr/>
          </a:p>
        </p:txBody>
      </p:sp>
      <p:sp>
        <p:nvSpPr>
          <p:cNvPr id="623" name="Google Shape;623;p39"/>
          <p:cNvSpPr txBox="1"/>
          <p:nvPr/>
        </p:nvSpPr>
        <p:spPr>
          <a:xfrm>
            <a:off x="610351" y="1844675"/>
            <a:ext cx="3961500" cy="400200"/>
          </a:xfrm>
          <a:prstGeom prst="rect">
            <a:avLst/>
          </a:prstGeom>
          <a:noFill/>
          <a:ln>
            <a:noFill/>
          </a:ln>
        </p:spPr>
        <p:txBody>
          <a:bodyPr anchorCtr="1" anchor="t" bIns="45700" lIns="91425" spcFirstLastPara="1" rIns="91425" wrap="square" tIns="45700">
            <a:spAutoFit/>
          </a:bodyPr>
          <a:lstStyle/>
          <a:p>
            <a:pPr indent="0" lvl="0" marL="0" marR="0" rtl="0" algn="ctr">
              <a:spcBef>
                <a:spcPts val="0"/>
              </a:spcBef>
              <a:spcAft>
                <a:spcPts val="0"/>
              </a:spcAft>
              <a:buNone/>
            </a:pPr>
            <a:r>
              <a:rPr b="1" lang="en-US" sz="2000">
                <a:solidFill>
                  <a:schemeClr val="lt1"/>
                </a:solidFill>
                <a:latin typeface="Courier New"/>
                <a:ea typeface="Courier New"/>
                <a:cs typeface="Courier New"/>
                <a:sym typeface="Courier New"/>
              </a:rPr>
              <a:t>Ishrak</a:t>
            </a:r>
            <a:r>
              <a:rPr b="1" lang="en-US" sz="2000">
                <a:solidFill>
                  <a:schemeClr val="lt1"/>
                </a:solidFill>
                <a:latin typeface="Courier New"/>
                <a:ea typeface="Courier New"/>
                <a:cs typeface="Courier New"/>
                <a:sym typeface="Courier New"/>
              </a:rPr>
              <a:t> = new Person();</a:t>
            </a:r>
            <a:endParaRPr sz="2000">
              <a:solidFill>
                <a:schemeClr val="lt1"/>
              </a:solidFill>
              <a:latin typeface="Times New Roman"/>
              <a:ea typeface="Times New Roman"/>
              <a:cs typeface="Times New Roman"/>
              <a:sym typeface="Times New Roman"/>
            </a:endParaRPr>
          </a:p>
        </p:txBody>
      </p:sp>
      <p:sp>
        <p:nvSpPr>
          <p:cNvPr id="624" name="Google Shape;624;p39"/>
          <p:cNvSpPr/>
          <p:nvPr/>
        </p:nvSpPr>
        <p:spPr>
          <a:xfrm>
            <a:off x="719472" y="1484325"/>
            <a:ext cx="2646900" cy="400200"/>
          </a:xfrm>
          <a:prstGeom prst="rect">
            <a:avLst/>
          </a:prstGeom>
          <a:noFill/>
          <a:ln>
            <a:noFill/>
          </a:ln>
        </p:spPr>
        <p:txBody>
          <a:bodyPr anchorCtr="1" anchor="t" bIns="45700" lIns="91425" spcFirstLastPara="1" rIns="91425" wrap="square" tIns="45700">
            <a:spAutoFit/>
          </a:bodyPr>
          <a:lstStyle/>
          <a:p>
            <a:pPr indent="0" lvl="0" marL="0" marR="0" rtl="0" algn="ctr">
              <a:spcBef>
                <a:spcPts val="0"/>
              </a:spcBef>
              <a:spcAft>
                <a:spcPts val="0"/>
              </a:spcAft>
              <a:buNone/>
            </a:pPr>
            <a:r>
              <a:rPr b="1" lang="en-US" sz="2000">
                <a:solidFill>
                  <a:schemeClr val="lt1"/>
                </a:solidFill>
                <a:latin typeface="Times New Roman"/>
                <a:ea typeface="Times New Roman"/>
                <a:cs typeface="Times New Roman"/>
                <a:sym typeface="Times New Roman"/>
              </a:rPr>
              <a:t>Person </a:t>
            </a:r>
            <a:r>
              <a:rPr b="1" lang="en-US" sz="2000">
                <a:solidFill>
                  <a:schemeClr val="lt1"/>
                </a:solidFill>
                <a:latin typeface="Times New Roman"/>
                <a:ea typeface="Times New Roman"/>
                <a:cs typeface="Times New Roman"/>
                <a:sym typeface="Times New Roman"/>
              </a:rPr>
              <a:t>Ishrak</a:t>
            </a:r>
            <a:r>
              <a:rPr b="1" lang="en-US" sz="2000">
                <a:solidFill>
                  <a:schemeClr val="lt1"/>
                </a:solidFill>
                <a:latin typeface="Times New Roman"/>
                <a:ea typeface="Times New Roman"/>
                <a:cs typeface="Times New Roman"/>
                <a:sym typeface="Times New Roman"/>
              </a:rPr>
              <a:t>;</a:t>
            </a:r>
            <a:endParaRPr b="1" sz="2000">
              <a:solidFill>
                <a:schemeClr val="lt1"/>
              </a:solidFill>
              <a:latin typeface="Times New Roman"/>
              <a:ea typeface="Times New Roman"/>
              <a:cs typeface="Times New Roman"/>
              <a:sym typeface="Times New Roman"/>
            </a:endParaRPr>
          </a:p>
        </p:txBody>
      </p:sp>
      <p:sp>
        <p:nvSpPr>
          <p:cNvPr id="625" name="Google Shape;625;p39"/>
          <p:cNvSpPr txBox="1"/>
          <p:nvPr/>
        </p:nvSpPr>
        <p:spPr>
          <a:xfrm>
            <a:off x="82725" y="2363800"/>
            <a:ext cx="5623500" cy="461700"/>
          </a:xfrm>
          <a:prstGeom prst="rect">
            <a:avLst/>
          </a:prstGeom>
          <a:noFill/>
          <a:ln>
            <a:noFill/>
          </a:ln>
        </p:spPr>
        <p:txBody>
          <a:bodyPr anchorCtr="1" anchor="t" bIns="45700" lIns="91425" spcFirstLastPara="1" rIns="91425" wrap="square" tIns="45700">
            <a:spAutoFit/>
          </a:bodyPr>
          <a:lstStyle/>
          <a:p>
            <a:pPr indent="0" lvl="0" marL="0" marR="0" rtl="0" algn="l">
              <a:spcBef>
                <a:spcPts val="0"/>
              </a:spcBef>
              <a:spcAft>
                <a:spcPts val="0"/>
              </a:spcAft>
              <a:buNone/>
            </a:pPr>
            <a:r>
              <a:rPr b="1" lang="en-US" sz="2000">
                <a:solidFill>
                  <a:schemeClr val="lt1"/>
                </a:solidFill>
                <a:latin typeface="Courier New"/>
                <a:ea typeface="Courier New"/>
                <a:cs typeface="Courier New"/>
                <a:sym typeface="Courier New"/>
              </a:rPr>
              <a:t>Ishrak</a:t>
            </a:r>
            <a:r>
              <a:rPr b="1" lang="en-US" sz="2000">
                <a:solidFill>
                  <a:schemeClr val="lt1"/>
                </a:solidFill>
                <a:latin typeface="Courier New"/>
                <a:ea typeface="Courier New"/>
                <a:cs typeface="Courier New"/>
                <a:sym typeface="Courier New"/>
              </a:rPr>
              <a:t>.setName(</a:t>
            </a:r>
            <a:r>
              <a:rPr b="1" lang="en-US" sz="2400">
                <a:solidFill>
                  <a:schemeClr val="lt1"/>
                </a:solidFill>
                <a:latin typeface="Times New Roman"/>
                <a:ea typeface="Times New Roman"/>
                <a:cs typeface="Times New Roman"/>
                <a:sym typeface="Times New Roman"/>
              </a:rPr>
              <a:t>“</a:t>
            </a:r>
            <a:r>
              <a:rPr b="1" lang="en-US" sz="2400">
                <a:solidFill>
                  <a:schemeClr val="lt1"/>
                </a:solidFill>
                <a:latin typeface="Times New Roman"/>
                <a:ea typeface="Times New Roman"/>
                <a:cs typeface="Times New Roman"/>
                <a:sym typeface="Times New Roman"/>
              </a:rPr>
              <a:t>Ishrak</a:t>
            </a:r>
            <a:r>
              <a:rPr b="1" lang="en-US" sz="2400">
                <a:solidFill>
                  <a:schemeClr val="lt1"/>
                </a:solidFill>
                <a:latin typeface="Times New Roman"/>
                <a:ea typeface="Times New Roman"/>
                <a:cs typeface="Times New Roman"/>
                <a:sym typeface="Times New Roman"/>
              </a:rPr>
              <a:t> </a:t>
            </a:r>
            <a:r>
              <a:rPr b="1" lang="en-US" sz="2400">
                <a:solidFill>
                  <a:schemeClr val="lt1"/>
                </a:solidFill>
                <a:latin typeface="Times New Roman"/>
                <a:ea typeface="Times New Roman"/>
                <a:cs typeface="Times New Roman"/>
                <a:sym typeface="Times New Roman"/>
              </a:rPr>
              <a:t>Dewan</a:t>
            </a:r>
            <a:r>
              <a:rPr b="1" lang="en-US" sz="2400">
                <a:solidFill>
                  <a:schemeClr val="lt1"/>
                </a:solidFill>
                <a:latin typeface="Times New Roman"/>
                <a:ea typeface="Times New Roman"/>
                <a:cs typeface="Times New Roman"/>
                <a:sym typeface="Times New Roman"/>
              </a:rPr>
              <a:t>“)</a:t>
            </a:r>
            <a:r>
              <a:rPr b="1" lang="en-US" sz="2000">
                <a:solidFill>
                  <a:schemeClr val="lt1"/>
                </a:solidFill>
                <a:latin typeface="Courier New"/>
                <a:ea typeface="Courier New"/>
                <a:cs typeface="Courier New"/>
                <a:sym typeface="Courier New"/>
              </a:rPr>
              <a:t>;</a:t>
            </a:r>
            <a:endParaRPr b="1" sz="2000">
              <a:solidFill>
                <a:schemeClr val="lt1"/>
              </a:solidFill>
              <a:latin typeface="Courier New"/>
              <a:ea typeface="Courier New"/>
              <a:cs typeface="Courier New"/>
              <a:sym typeface="Courier New"/>
            </a:endParaRPr>
          </a:p>
        </p:txBody>
      </p:sp>
      <p:sp>
        <p:nvSpPr>
          <p:cNvPr id="626" name="Google Shape;626;p39"/>
          <p:cNvSpPr/>
          <p:nvPr/>
        </p:nvSpPr>
        <p:spPr>
          <a:xfrm>
            <a:off x="7164388" y="5229225"/>
            <a:ext cx="215900" cy="215900"/>
          </a:xfrm>
          <a:prstGeom prst="ellipse">
            <a:avLst/>
          </a:prstGeom>
          <a:solidFill>
            <a:srgbClr val="FFFFFF"/>
          </a:solidFill>
          <a:ln cap="flat" cmpd="sng" w="12700">
            <a:solidFill>
              <a:srgbClr val="FF0000"/>
            </a:solidFill>
            <a:prstDash val="solid"/>
            <a:round/>
            <a:headEnd len="sm" w="sm" type="none"/>
            <a:tailEnd len="sm" w="sm" type="none"/>
          </a:ln>
        </p:spPr>
        <p:txBody>
          <a:bodyPr anchorCtr="0" anchor="ctr" bIns="45700" lIns="91425" spcFirstLastPara="1" rIns="91425" wrap="square" tIns="45700">
            <a:spAutoFit/>
          </a:bodyPr>
          <a:lstStyle/>
          <a:p>
            <a:pPr indent="0" lvl="0" marL="0" marR="0" rtl="0" algn="ctr">
              <a:spcBef>
                <a:spcPts val="0"/>
              </a:spcBef>
              <a:spcAft>
                <a:spcPts val="0"/>
              </a:spcAft>
              <a:buNone/>
            </a:pPr>
            <a:r>
              <a:t/>
            </a:r>
            <a:endParaRPr sz="2400">
              <a:solidFill>
                <a:schemeClr val="lt1"/>
              </a:solidFill>
              <a:latin typeface="Times New Roman"/>
              <a:ea typeface="Times New Roman"/>
              <a:cs typeface="Times New Roman"/>
              <a:sym typeface="Times New Roman"/>
            </a:endParaRPr>
          </a:p>
        </p:txBody>
      </p:sp>
      <p:grpSp>
        <p:nvGrpSpPr>
          <p:cNvPr id="627" name="Google Shape;627;p39"/>
          <p:cNvGrpSpPr/>
          <p:nvPr/>
        </p:nvGrpSpPr>
        <p:grpSpPr>
          <a:xfrm>
            <a:off x="7164412" y="5013325"/>
            <a:ext cx="1663705" cy="476250"/>
            <a:chOff x="4558" y="2976"/>
            <a:chExt cx="1048" cy="300"/>
          </a:xfrm>
        </p:grpSpPr>
        <p:sp>
          <p:nvSpPr>
            <p:cNvPr id="628" name="Google Shape;628;p39"/>
            <p:cNvSpPr/>
            <p:nvPr/>
          </p:nvSpPr>
          <p:spPr>
            <a:xfrm>
              <a:off x="4558" y="3112"/>
              <a:ext cx="136" cy="136"/>
            </a:xfrm>
            <a:prstGeom prst="ellipse">
              <a:avLst/>
            </a:prstGeom>
            <a:solidFill>
              <a:schemeClr val="accent2"/>
            </a:solidFill>
            <a:ln cap="flat" cmpd="sng" w="12700">
              <a:solidFill>
                <a:srgbClr val="FF0000"/>
              </a:solidFill>
              <a:prstDash val="solid"/>
              <a:round/>
              <a:headEnd len="sm" w="sm" type="none"/>
              <a:tailEnd len="sm" w="sm" type="none"/>
            </a:ln>
          </p:spPr>
          <p:txBody>
            <a:bodyPr anchorCtr="0" anchor="ctr" bIns="45700" lIns="91425" spcFirstLastPara="1" rIns="91425" wrap="square" tIns="45700">
              <a:spAutoFit/>
            </a:bodyPr>
            <a:lstStyle/>
            <a:p>
              <a:pPr indent="0" lvl="0" marL="0" marR="0" rtl="0" algn="ctr">
                <a:spcBef>
                  <a:spcPts val="0"/>
                </a:spcBef>
                <a:spcAft>
                  <a:spcPts val="0"/>
                </a:spcAft>
                <a:buNone/>
              </a:pPr>
              <a:r>
                <a:t/>
              </a:r>
              <a:endParaRPr sz="2400">
                <a:solidFill>
                  <a:schemeClr val="lt1"/>
                </a:solidFill>
                <a:latin typeface="Times New Roman"/>
                <a:ea typeface="Times New Roman"/>
                <a:cs typeface="Times New Roman"/>
                <a:sym typeface="Times New Roman"/>
              </a:endParaRPr>
            </a:p>
          </p:txBody>
        </p:sp>
        <p:sp>
          <p:nvSpPr>
            <p:cNvPr id="629" name="Google Shape;629;p39"/>
            <p:cNvSpPr txBox="1"/>
            <p:nvPr/>
          </p:nvSpPr>
          <p:spPr>
            <a:xfrm>
              <a:off x="4706" y="2976"/>
              <a:ext cx="900" cy="300"/>
            </a:xfrm>
            <a:prstGeom prst="rect">
              <a:avLst/>
            </a:prstGeom>
            <a:noFill/>
            <a:ln>
              <a:noFill/>
            </a:ln>
          </p:spPr>
          <p:txBody>
            <a:bodyPr anchorCtr="1" anchor="t" bIns="45700" lIns="91425" spcFirstLastPara="1" rIns="91425" wrap="square" tIns="45700">
              <a:spAutoFit/>
            </a:bodyPr>
            <a:lstStyle/>
            <a:p>
              <a:pPr indent="0" lvl="0" marL="0" marR="0" rtl="0" algn="ctr">
                <a:spcBef>
                  <a:spcPts val="0"/>
                </a:spcBef>
                <a:spcAft>
                  <a:spcPts val="0"/>
                </a:spcAft>
                <a:buNone/>
              </a:pPr>
              <a:r>
                <a:rPr b="1" lang="en-US">
                  <a:solidFill>
                    <a:schemeClr val="lt1"/>
                  </a:solidFill>
                  <a:latin typeface="Times New Roman"/>
                  <a:ea typeface="Times New Roman"/>
                  <a:cs typeface="Times New Roman"/>
                  <a:sym typeface="Times New Roman"/>
                </a:rPr>
                <a:t>Ishrak</a:t>
              </a:r>
              <a:r>
                <a:rPr b="1" lang="en-US" sz="1400">
                  <a:solidFill>
                    <a:schemeClr val="lt1"/>
                  </a:solidFill>
                  <a:latin typeface="Times New Roman"/>
                  <a:ea typeface="Times New Roman"/>
                  <a:cs typeface="Times New Roman"/>
                  <a:sym typeface="Times New Roman"/>
                </a:rPr>
                <a:t> </a:t>
              </a:r>
              <a:r>
                <a:rPr b="1" lang="en-US">
                  <a:solidFill>
                    <a:schemeClr val="lt1"/>
                  </a:solidFill>
                  <a:latin typeface="Times New Roman"/>
                  <a:ea typeface="Times New Roman"/>
                  <a:cs typeface="Times New Roman"/>
                  <a:sym typeface="Times New Roman"/>
                </a:rPr>
                <a:t>Dewan</a:t>
              </a:r>
              <a:endParaRPr sz="1400">
                <a:solidFill>
                  <a:schemeClr val="lt1"/>
                </a:solidFill>
                <a:latin typeface="Times New Roman"/>
                <a:ea typeface="Times New Roman"/>
                <a:cs typeface="Times New Roman"/>
                <a:sym typeface="Times New Roman"/>
              </a:endParaRPr>
            </a:p>
          </p:txBody>
        </p:sp>
      </p:grpSp>
      <p:sp>
        <p:nvSpPr>
          <p:cNvPr id="630" name="Google Shape;630;p39"/>
          <p:cNvSpPr txBox="1"/>
          <p:nvPr/>
        </p:nvSpPr>
        <p:spPr>
          <a:xfrm>
            <a:off x="610350" y="2843225"/>
            <a:ext cx="4531200" cy="400200"/>
          </a:xfrm>
          <a:prstGeom prst="rect">
            <a:avLst/>
          </a:prstGeom>
          <a:noFill/>
          <a:ln>
            <a:noFill/>
          </a:ln>
        </p:spPr>
        <p:txBody>
          <a:bodyPr anchorCtr="1" anchor="t" bIns="45700" lIns="91425" spcFirstLastPara="1" rIns="91425" wrap="square" tIns="45700">
            <a:spAutoFit/>
          </a:bodyPr>
          <a:lstStyle/>
          <a:p>
            <a:pPr indent="0" lvl="0" marL="0" marR="0" rtl="0" algn="ctr">
              <a:spcBef>
                <a:spcPts val="0"/>
              </a:spcBef>
              <a:spcAft>
                <a:spcPts val="0"/>
              </a:spcAft>
              <a:buNone/>
            </a:pPr>
            <a:r>
              <a:rPr b="1" lang="en-US" sz="2000">
                <a:solidFill>
                  <a:schemeClr val="lt1"/>
                </a:solidFill>
                <a:latin typeface="Courier New"/>
                <a:ea typeface="Courier New"/>
                <a:cs typeface="Courier New"/>
                <a:sym typeface="Courier New"/>
              </a:rPr>
              <a:t>Ishrak</a:t>
            </a:r>
            <a:r>
              <a:rPr b="1" lang="en-US" sz="2000">
                <a:solidFill>
                  <a:schemeClr val="lt1"/>
                </a:solidFill>
                <a:latin typeface="Courier New"/>
                <a:ea typeface="Courier New"/>
                <a:cs typeface="Courier New"/>
                <a:sym typeface="Courier New"/>
              </a:rPr>
              <a:t>.setAge(18);</a:t>
            </a:r>
            <a:endParaRPr b="1" sz="2000">
              <a:solidFill>
                <a:schemeClr val="lt1"/>
              </a:solidFill>
              <a:latin typeface="Courier New"/>
              <a:ea typeface="Courier New"/>
              <a:cs typeface="Courier New"/>
              <a:sym typeface="Courier New"/>
            </a:endParaRPr>
          </a:p>
        </p:txBody>
      </p:sp>
      <p:grpSp>
        <p:nvGrpSpPr>
          <p:cNvPr id="631" name="Google Shape;631;p39"/>
          <p:cNvGrpSpPr/>
          <p:nvPr/>
        </p:nvGrpSpPr>
        <p:grpSpPr>
          <a:xfrm>
            <a:off x="6659566" y="4868863"/>
            <a:ext cx="508000" cy="431800"/>
            <a:chOff x="1927" y="3158"/>
            <a:chExt cx="320" cy="272"/>
          </a:xfrm>
        </p:grpSpPr>
        <p:sp>
          <p:nvSpPr>
            <p:cNvPr id="632" name="Google Shape;632;p39"/>
            <p:cNvSpPr/>
            <p:nvPr/>
          </p:nvSpPr>
          <p:spPr>
            <a:xfrm>
              <a:off x="1927" y="3294"/>
              <a:ext cx="136" cy="136"/>
            </a:xfrm>
            <a:prstGeom prst="ellipse">
              <a:avLst/>
            </a:prstGeom>
            <a:solidFill>
              <a:schemeClr val="accent2"/>
            </a:solidFill>
            <a:ln cap="flat" cmpd="sng" w="12700">
              <a:solidFill>
                <a:srgbClr val="FF0000"/>
              </a:solidFill>
              <a:prstDash val="solid"/>
              <a:round/>
              <a:headEnd len="sm" w="sm" type="none"/>
              <a:tailEnd len="sm" w="sm" type="none"/>
            </a:ln>
          </p:spPr>
          <p:txBody>
            <a:bodyPr anchorCtr="0" anchor="ctr" bIns="45700" lIns="91425" spcFirstLastPara="1" rIns="91425" wrap="square" tIns="45700">
              <a:spAutoFit/>
            </a:bodyPr>
            <a:lstStyle/>
            <a:p>
              <a:pPr indent="0" lvl="0" marL="0" marR="0" rtl="0" algn="ctr">
                <a:spcBef>
                  <a:spcPts val="0"/>
                </a:spcBef>
                <a:spcAft>
                  <a:spcPts val="0"/>
                </a:spcAft>
                <a:buNone/>
              </a:pPr>
              <a:r>
                <a:t/>
              </a:r>
              <a:endParaRPr sz="2400">
                <a:solidFill>
                  <a:schemeClr val="lt1"/>
                </a:solidFill>
                <a:latin typeface="Times New Roman"/>
                <a:ea typeface="Times New Roman"/>
                <a:cs typeface="Times New Roman"/>
                <a:sym typeface="Times New Roman"/>
              </a:endParaRPr>
            </a:p>
          </p:txBody>
        </p:sp>
        <p:sp>
          <p:nvSpPr>
            <p:cNvPr id="633" name="Google Shape;633;p39"/>
            <p:cNvSpPr txBox="1"/>
            <p:nvPr/>
          </p:nvSpPr>
          <p:spPr>
            <a:xfrm>
              <a:off x="2018" y="3158"/>
              <a:ext cx="229" cy="194"/>
            </a:xfrm>
            <a:prstGeom prst="rect">
              <a:avLst/>
            </a:prstGeom>
            <a:noFill/>
            <a:ln>
              <a:noFill/>
            </a:ln>
          </p:spPr>
          <p:txBody>
            <a:bodyPr anchorCtr="1" anchor="t" bIns="45700" lIns="91425" spcFirstLastPara="1" rIns="91425" wrap="square" tIns="45700">
              <a:spAutoFit/>
            </a:bodyPr>
            <a:lstStyle/>
            <a:p>
              <a:pPr indent="0" lvl="0" marL="0" marR="0" rtl="0" algn="ctr">
                <a:spcBef>
                  <a:spcPts val="0"/>
                </a:spcBef>
                <a:spcAft>
                  <a:spcPts val="0"/>
                </a:spcAft>
                <a:buNone/>
              </a:pPr>
              <a:r>
                <a:rPr lang="en-US" sz="1400">
                  <a:solidFill>
                    <a:schemeClr val="lt1"/>
                  </a:solidFill>
                  <a:latin typeface="Times New Roman"/>
                  <a:ea typeface="Times New Roman"/>
                  <a:cs typeface="Times New Roman"/>
                  <a:sym typeface="Times New Roman"/>
                </a:rPr>
                <a:t>18</a:t>
              </a:r>
              <a:endParaRPr sz="1400">
                <a:solidFill>
                  <a:schemeClr val="lt1"/>
                </a:solidFill>
                <a:latin typeface="Times New Roman"/>
                <a:ea typeface="Times New Roman"/>
                <a:cs typeface="Times New Roman"/>
                <a:sym typeface="Times New Roman"/>
              </a:endParaRPr>
            </a:p>
          </p:txBody>
        </p:sp>
      </p:grpSp>
      <p:sp>
        <p:nvSpPr>
          <p:cNvPr id="634" name="Google Shape;634;p39"/>
          <p:cNvSpPr txBox="1"/>
          <p:nvPr>
            <p:ph idx="12" type="sldNum"/>
          </p:nvPr>
        </p:nvSpPr>
        <p:spPr>
          <a:xfrm>
            <a:off x="7092950" y="6248400"/>
            <a:ext cx="1905000" cy="4572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27"/>
                                        </p:tgtEl>
                                        <p:attrNameLst>
                                          <p:attrName>style.visibility</p:attrName>
                                        </p:attrNameLst>
                                      </p:cBhvr>
                                      <p:to>
                                        <p:strVal val="visible"/>
                                      </p:to>
                                    </p:set>
                                    <p:animEffect filter="fade" transition="in">
                                      <p:cBhvr>
                                        <p:cTn dur="500"/>
                                        <p:tgtEl>
                                          <p:spTgt spid="62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3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1"/>
                                        </p:tgtEl>
                                        <p:attrNameLst>
                                          <p:attrName>style.visibility</p:attrName>
                                        </p:attrNameLst>
                                      </p:cBhvr>
                                      <p:to>
                                        <p:strVal val="visible"/>
                                      </p:to>
                                    </p:set>
                                    <p:animEffect filter="fade" transition="in">
                                      <p:cBhvr>
                                        <p:cTn dur="500"/>
                                        <p:tgtEl>
                                          <p:spTgt spid="63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S1">
  <a:themeElements>
    <a:clrScheme name="">
      <a:dk1>
        <a:srgbClr val="001932"/>
      </a:dk1>
      <a:lt1>
        <a:srgbClr val="FFFFFF"/>
      </a:lt1>
      <a:dk2>
        <a:srgbClr val="2181B7"/>
      </a:dk2>
      <a:lt2>
        <a:srgbClr val="CCFFFF"/>
      </a:lt2>
      <a:accent1>
        <a:srgbClr val="99FFCC"/>
      </a:accent1>
      <a:accent2>
        <a:srgbClr val="01B0FF"/>
      </a:accent2>
      <a:accent3>
        <a:srgbClr val="ABC1D8"/>
      </a:accent3>
      <a:accent4>
        <a:srgbClr val="DADADA"/>
      </a:accent4>
      <a:accent5>
        <a:srgbClr val="CAFFE2"/>
      </a:accent5>
      <a:accent6>
        <a:srgbClr val="019FE7"/>
      </a:accent6>
      <a:hlink>
        <a:srgbClr val="FFFF99"/>
      </a:hlink>
      <a:folHlink>
        <a:srgbClr val="1C6D9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1999-08-23T17:38:43Z</dcterms:created>
  <dc:creator>Bedir Tekinerdogan</dc:creator>
</cp:coreProperties>
</file>